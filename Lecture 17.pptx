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28"/>
  </p:notesMasterIdLst>
  <p:handoutMasterIdLst>
    <p:handoutMasterId r:id="rId29"/>
  </p:handoutMasterIdLst>
  <p:sldIdLst>
    <p:sldId id="256" r:id="rId2"/>
    <p:sldId id="291" r:id="rId3"/>
    <p:sldId id="315" r:id="rId4"/>
    <p:sldId id="316" r:id="rId5"/>
    <p:sldId id="317" r:id="rId6"/>
    <p:sldId id="318" r:id="rId7"/>
    <p:sldId id="319" r:id="rId8"/>
    <p:sldId id="320" r:id="rId9"/>
    <p:sldId id="321" r:id="rId10"/>
    <p:sldId id="322" r:id="rId11"/>
    <p:sldId id="323" r:id="rId12"/>
    <p:sldId id="324" r:id="rId13"/>
    <p:sldId id="325" r:id="rId14"/>
    <p:sldId id="326" r:id="rId15"/>
    <p:sldId id="327" r:id="rId16"/>
    <p:sldId id="328" r:id="rId17"/>
    <p:sldId id="329" r:id="rId18"/>
    <p:sldId id="330" r:id="rId19"/>
    <p:sldId id="331" r:id="rId20"/>
    <p:sldId id="332" r:id="rId21"/>
    <p:sldId id="333" r:id="rId22"/>
    <p:sldId id="334" r:id="rId23"/>
    <p:sldId id="335" r:id="rId24"/>
    <p:sldId id="336" r:id="rId25"/>
    <p:sldId id="337" r:id="rId26"/>
    <p:sldId id="263" r:id="rId2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4699" autoAdjust="0"/>
  </p:normalViewPr>
  <p:slideViewPr>
    <p:cSldViewPr>
      <p:cViewPr varScale="1">
        <p:scale>
          <a:sx n="87" d="100"/>
          <a:sy n="87" d="100"/>
        </p:scale>
        <p:origin x="399" y="45"/>
      </p:cViewPr>
      <p:guideLst>
        <p:guide orient="horz" pos="2160"/>
        <p:guide pos="3840"/>
      </p:guideLst>
    </p:cSldViewPr>
  </p:slideViewPr>
  <p:notesTextViewPr>
    <p:cViewPr>
      <p:scale>
        <a:sx n="100" d="100"/>
        <a:sy n="100" d="100"/>
      </p:scale>
      <p:origin x="0" y="0"/>
    </p:cViewPr>
  </p:notesTextViewPr>
  <p:notesViewPr>
    <p:cSldViewPr>
      <p:cViewPr varScale="1">
        <p:scale>
          <a:sx n="54" d="100"/>
          <a:sy n="54" d="100"/>
        </p:scale>
        <p:origin x="-2928"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D41D4C8-AD22-4880-9484-3393AAEA21B4}" type="datetimeFigureOut">
              <a:rPr lang="zh-CN" altLang="en-US" smtClean="0"/>
              <a:pPr/>
              <a:t>2025/11/19</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D85F2AC-91B5-4045-8919-6468876986AA}"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6BBEC3C-C740-4938-B957-964D0E0312A7}" type="datetimeFigureOut">
              <a:rPr lang="zh-CN" altLang="en-US" smtClean="0"/>
              <a:pPr/>
              <a:t>2025/11/19</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2F86499-B8C4-4393-BB2B-FE4804D7EC61}"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p:cNvSpPr>
            <a:spLocks noGrp="1" noRot="1" noChangeAspect="1" noTextEdit="1"/>
          </p:cNvSpPr>
          <p:nvPr>
            <p:ph type="sldImg"/>
          </p:nvPr>
        </p:nvSpPr>
        <p:spPr>
          <a:xfrm>
            <a:off x="381000" y="685800"/>
            <a:ext cx="6096000" cy="3429000"/>
          </a:xfrm>
          <a:ln/>
        </p:spPr>
      </p:sp>
      <p:sp>
        <p:nvSpPr>
          <p:cNvPr id="19459" name="备注占位符 2"/>
          <p:cNvSpPr>
            <a:spLocks noGrp="1"/>
          </p:cNvSpPr>
          <p:nvPr>
            <p:ph type="body" idx="1"/>
          </p:nvPr>
        </p:nvSpPr>
        <p:spPr>
          <a:noFill/>
          <a:ln/>
        </p:spPr>
        <p:txBody>
          <a:bodyPr/>
          <a:lstStyle/>
          <a:p>
            <a:endParaRPr kumimoji="0" lang="zh-CN" altLang="en-US" smtClean="0"/>
          </a:p>
        </p:txBody>
      </p:sp>
      <p:sp>
        <p:nvSpPr>
          <p:cNvPr id="19460" name="灯片编号占位符 3"/>
          <p:cNvSpPr>
            <a:spLocks noGrp="1"/>
          </p:cNvSpPr>
          <p:nvPr>
            <p:ph type="sldNum" sz="quarter" idx="5"/>
          </p:nvPr>
        </p:nvSpPr>
        <p:spPr>
          <a:noFill/>
        </p:spPr>
        <p:txBody>
          <a:bodyPr/>
          <a:lstStyle/>
          <a:p>
            <a:fld id="{81CA728A-43F0-49BF-8B8D-B1697E3B1699}" type="slidenum">
              <a:rPr lang="en-US" altLang="zh-CN" smtClean="0">
                <a:latin typeface="Arial" charset="0"/>
              </a:rPr>
              <a:pPr/>
              <a:t>1</a:t>
            </a:fld>
            <a:endParaRPr lang="en-US" altLang="zh-CN" smtClean="0">
              <a:latin typeface="Arial" charset="0"/>
            </a:endParaRPr>
          </a:p>
        </p:txBody>
      </p:sp>
      <p:sp>
        <p:nvSpPr>
          <p:cNvPr id="5" name="页脚占位符 4"/>
          <p:cNvSpPr>
            <a:spLocks noGrp="1"/>
          </p:cNvSpPr>
          <p:nvPr>
            <p:ph type="ftr" sz="quarter" idx="10"/>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hyperlink" Target="mailto:zhangzizhen@gmail.com" TargetMode="External"/><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1_标题幻灯片">
    <p:spTree>
      <p:nvGrpSpPr>
        <p:cNvPr id="1" name=""/>
        <p:cNvGrpSpPr/>
        <p:nvPr/>
      </p:nvGrpSpPr>
      <p:grpSpPr>
        <a:xfrm>
          <a:off x="0" y="0"/>
          <a:ext cx="0" cy="0"/>
          <a:chOff x="0" y="0"/>
          <a:chExt cx="0" cy="0"/>
        </a:xfrm>
      </p:grpSpPr>
      <p:sp>
        <p:nvSpPr>
          <p:cNvPr id="3" name="AutoShape 2"/>
          <p:cNvSpPr>
            <a:spLocks noChangeArrowheads="1"/>
          </p:cNvSpPr>
          <p:nvPr userDrawn="1"/>
        </p:nvSpPr>
        <p:spPr bwMode="auto">
          <a:xfrm>
            <a:off x="304800" y="381001"/>
            <a:ext cx="11582400" cy="6048375"/>
          </a:xfrm>
          <a:prstGeom prst="roundRect">
            <a:avLst>
              <a:gd name="adj" fmla="val 7912"/>
            </a:avLst>
          </a:prstGeom>
          <a:solidFill>
            <a:schemeClr val="folHlink"/>
          </a:solidFill>
          <a:ln w="9525">
            <a:noFill/>
            <a:round/>
            <a:headEnd/>
            <a:tailEnd/>
          </a:ln>
        </p:spPr>
        <p:txBody>
          <a:bodyPr wrap="none" anchor="ctr"/>
          <a:lstStyle/>
          <a:p>
            <a:pPr algn="ctr">
              <a:defRPr/>
            </a:pPr>
            <a:endParaRPr lang="zh-CN" altLang="en-US" sz="2400">
              <a:latin typeface="Times New Roman" pitchFamily="18" charset="0"/>
            </a:endParaRPr>
          </a:p>
        </p:txBody>
      </p:sp>
      <p:sp>
        <p:nvSpPr>
          <p:cNvPr id="4" name="AutoShape 3"/>
          <p:cNvSpPr>
            <a:spLocks noChangeArrowheads="1"/>
          </p:cNvSpPr>
          <p:nvPr/>
        </p:nvSpPr>
        <p:spPr bwMode="white">
          <a:xfrm>
            <a:off x="436034" y="488950"/>
            <a:ext cx="11247967" cy="4768850"/>
          </a:xfrm>
          <a:prstGeom prst="roundRect">
            <a:avLst>
              <a:gd name="adj" fmla="val 7310"/>
            </a:avLst>
          </a:prstGeom>
          <a:solidFill>
            <a:schemeClr val="bg1"/>
          </a:solidFill>
          <a:ln w="9525">
            <a:noFill/>
            <a:round/>
            <a:headEnd/>
            <a:tailEnd/>
          </a:ln>
        </p:spPr>
        <p:txBody>
          <a:bodyPr wrap="none" anchor="ctr"/>
          <a:lstStyle/>
          <a:p>
            <a:pPr algn="ctr">
              <a:defRPr/>
            </a:pPr>
            <a:endParaRPr lang="zh-CN" altLang="en-US" sz="2400">
              <a:latin typeface="Times New Roman" pitchFamily="18" charset="0"/>
            </a:endParaRPr>
          </a:p>
        </p:txBody>
      </p:sp>
      <p:sp>
        <p:nvSpPr>
          <p:cNvPr id="5" name="AutoShape 4"/>
          <p:cNvSpPr>
            <a:spLocks noChangeArrowheads="1"/>
          </p:cNvSpPr>
          <p:nvPr/>
        </p:nvSpPr>
        <p:spPr bwMode="blackWhite">
          <a:xfrm>
            <a:off x="1828800" y="4500563"/>
            <a:ext cx="8534400" cy="1357312"/>
          </a:xfrm>
          <a:prstGeom prst="roundRect">
            <a:avLst>
              <a:gd name="adj" fmla="val 16667"/>
            </a:avLst>
          </a:prstGeom>
          <a:solidFill>
            <a:schemeClr val="bg1"/>
          </a:solidFill>
          <a:ln w="50800">
            <a:solidFill>
              <a:schemeClr val="bg2"/>
            </a:solidFill>
            <a:round/>
            <a:headEnd/>
            <a:tailEnd/>
          </a:ln>
        </p:spPr>
        <p:txBody>
          <a:bodyPr wrap="none" anchor="ctr"/>
          <a:lstStyle/>
          <a:p>
            <a:pPr algn="ctr">
              <a:defRPr/>
            </a:pPr>
            <a:endParaRPr lang="zh-CN" altLang="en-US" sz="1800">
              <a:latin typeface="Arial" pitchFamily="34" charset="0"/>
            </a:endParaRPr>
          </a:p>
        </p:txBody>
      </p:sp>
      <p:pic>
        <p:nvPicPr>
          <p:cNvPr id="6" name="Picture 11" descr="sysu_logo2"/>
          <p:cNvPicPr>
            <a:picLocks noChangeAspect="1" noChangeArrowheads="1"/>
          </p:cNvPicPr>
          <p:nvPr userDrawn="1"/>
        </p:nvPicPr>
        <p:blipFill>
          <a:blip r:embed="rId2" cstate="print"/>
          <a:srcRect/>
          <a:stretch>
            <a:fillRect/>
          </a:stretch>
        </p:blipFill>
        <p:spPr bwMode="auto">
          <a:xfrm>
            <a:off x="1130300" y="94901"/>
            <a:ext cx="2373412" cy="670274"/>
          </a:xfrm>
          <a:prstGeom prst="rect">
            <a:avLst/>
          </a:prstGeom>
          <a:noFill/>
          <a:ln w="9525">
            <a:noFill/>
            <a:miter lim="800000"/>
            <a:headEnd/>
            <a:tailEnd/>
          </a:ln>
        </p:spPr>
      </p:pic>
      <p:sp>
        <p:nvSpPr>
          <p:cNvPr id="7" name="TextBox 6"/>
          <p:cNvSpPr txBox="1">
            <a:spLocks noChangeArrowheads="1"/>
          </p:cNvSpPr>
          <p:nvPr userDrawn="1"/>
        </p:nvSpPr>
        <p:spPr bwMode="auto">
          <a:xfrm>
            <a:off x="2095530" y="4500570"/>
            <a:ext cx="8191500" cy="1027974"/>
          </a:xfrm>
          <a:prstGeom prst="rect">
            <a:avLst/>
          </a:prstGeom>
          <a:noFill/>
          <a:ln>
            <a:noFill/>
          </a:ln>
          <a:extLst>
            <a:ext uri="{909E8E84-426E-40dd-AFC4-6F175D3DCCD1}"/>
            <a:ext uri="{91240B29-F687-4f45-9708-019B960494DF}"/>
          </a:extLst>
        </p:spPr>
        <p:txBody>
          <a:bodyPr wrap="square">
            <a:spAutoFit/>
          </a:bodyPr>
          <a:lstStyle>
            <a:lvl1pPr marL="342900" indent="-3429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20000"/>
              </a:lnSpc>
              <a:spcBef>
                <a:spcPct val="20000"/>
              </a:spcBef>
              <a:buClr>
                <a:schemeClr val="bg2"/>
              </a:buClr>
              <a:buSzPct val="70000"/>
              <a:buFont typeface="Wingdings" pitchFamily="48" charset="2"/>
              <a:buNone/>
              <a:defRPr/>
            </a:pPr>
            <a:r>
              <a:rPr lang="en-US" altLang="zh-CN" sz="1800" b="1" dirty="0" smtClean="0">
                <a:solidFill>
                  <a:srgbClr val="3A7877"/>
                </a:solidFill>
              </a:rPr>
              <a:t>Data Structures and Algorithms</a:t>
            </a:r>
          </a:p>
          <a:p>
            <a:pPr marL="0" marR="0" lvl="0" indent="0" algn="l" defTabSz="914400" rtl="0" eaLnBrk="1" fontAlgn="auto" latinLnBrk="0" hangingPunct="1">
              <a:lnSpc>
                <a:spcPct val="120000"/>
              </a:lnSpc>
              <a:spcBef>
                <a:spcPct val="20000"/>
              </a:spcBef>
              <a:spcAft>
                <a:spcPts val="0"/>
              </a:spcAft>
              <a:buClr>
                <a:srgbClr val="CCCC99"/>
              </a:buClr>
              <a:buSzPct val="70000"/>
              <a:buFont typeface="Wingdings" pitchFamily="48" charset="2"/>
              <a:buNone/>
              <a:tabLst/>
              <a:defRPr/>
            </a:pPr>
            <a:r>
              <a:rPr kumimoji="0" lang="en-US" altLang="zh-CN" sz="1400" b="1" i="0" u="none" strike="noStrike" kern="1200" cap="none" spc="0" normalizeH="0" baseline="0" noProof="0" dirty="0" err="1" smtClean="0">
                <a:ln>
                  <a:noFill/>
                </a:ln>
                <a:solidFill>
                  <a:srgbClr val="3A7877"/>
                </a:solidFill>
                <a:effectLst/>
                <a:uLnTx/>
                <a:uFillTx/>
                <a:latin typeface="Arial"/>
                <a:ea typeface="宋体"/>
                <a:cs typeface="+mn-cs"/>
              </a:rPr>
              <a:t>Zizhen</a:t>
            </a:r>
            <a:r>
              <a:rPr kumimoji="0" lang="en-US" altLang="zh-CN" sz="1400" b="1" i="0" u="none" strike="noStrike" kern="1200" cap="none" spc="0" normalizeH="0" baseline="0" noProof="0" dirty="0" smtClean="0">
                <a:ln>
                  <a:noFill/>
                </a:ln>
                <a:solidFill>
                  <a:srgbClr val="3A7877"/>
                </a:solidFill>
                <a:effectLst/>
                <a:uLnTx/>
                <a:uFillTx/>
                <a:latin typeface="Arial"/>
                <a:ea typeface="宋体"/>
                <a:cs typeface="+mn-cs"/>
              </a:rPr>
              <a:t> Zhang, School of Computer Science and Engineering, Sun </a:t>
            </a:r>
            <a:r>
              <a:rPr kumimoji="0" lang="en-US" altLang="zh-CN" sz="1400" b="1" i="0" u="none" strike="noStrike" kern="1200" cap="none" spc="0" normalizeH="0" baseline="0" noProof="0" dirty="0" err="1" smtClean="0">
                <a:ln>
                  <a:noFill/>
                </a:ln>
                <a:solidFill>
                  <a:srgbClr val="3A7877"/>
                </a:solidFill>
                <a:effectLst/>
                <a:uLnTx/>
                <a:uFillTx/>
                <a:latin typeface="Arial"/>
                <a:ea typeface="宋体"/>
                <a:cs typeface="+mn-cs"/>
              </a:rPr>
              <a:t>Yat-sen</a:t>
            </a:r>
            <a:r>
              <a:rPr kumimoji="0" lang="en-US" altLang="zh-CN" sz="1400" b="1" i="0" u="none" strike="noStrike" kern="1200" cap="none" spc="0" normalizeH="0" baseline="0" noProof="0" dirty="0" smtClean="0">
                <a:ln>
                  <a:noFill/>
                </a:ln>
                <a:solidFill>
                  <a:srgbClr val="3A7877"/>
                </a:solidFill>
                <a:effectLst/>
                <a:uLnTx/>
                <a:uFillTx/>
                <a:latin typeface="Arial"/>
                <a:ea typeface="宋体"/>
                <a:cs typeface="+mn-cs"/>
              </a:rPr>
              <a:t> University</a:t>
            </a:r>
            <a:endParaRPr kumimoji="0" lang="en-US" altLang="zh-CN" sz="1800" b="1" i="0" u="none" strike="noStrike" kern="1200" cap="none" spc="0" normalizeH="0" baseline="0" noProof="0" dirty="0" smtClean="0">
              <a:ln>
                <a:noFill/>
              </a:ln>
              <a:solidFill>
                <a:srgbClr val="3A7877"/>
              </a:solidFill>
              <a:effectLst/>
              <a:uLnTx/>
              <a:uFillTx/>
              <a:latin typeface="Arial"/>
              <a:ea typeface="宋体"/>
              <a:cs typeface="+mn-cs"/>
            </a:endParaRPr>
          </a:p>
          <a:p>
            <a:pPr marL="0" marR="0" lvl="0" indent="0" algn="l" defTabSz="914400" rtl="0" eaLnBrk="1" fontAlgn="auto" latinLnBrk="0" hangingPunct="1">
              <a:lnSpc>
                <a:spcPct val="120000"/>
              </a:lnSpc>
              <a:spcBef>
                <a:spcPct val="20000"/>
              </a:spcBef>
              <a:spcAft>
                <a:spcPts val="0"/>
              </a:spcAft>
              <a:buClr>
                <a:srgbClr val="CCCC99"/>
              </a:buClr>
              <a:buSzPct val="70000"/>
              <a:buFont typeface="Wingdings" pitchFamily="48" charset="2"/>
              <a:buNone/>
              <a:tabLst/>
              <a:defRPr/>
            </a:pPr>
            <a:r>
              <a:rPr kumimoji="0" lang="en-US" altLang="zh-CN" sz="1400" b="1" i="0" u="none" strike="noStrike" kern="1200" cap="none" spc="0" normalizeH="0" baseline="0" noProof="0" dirty="0" smtClean="0">
                <a:ln>
                  <a:noFill/>
                </a:ln>
                <a:solidFill>
                  <a:srgbClr val="3A7877"/>
                </a:solidFill>
                <a:effectLst/>
                <a:uLnTx/>
                <a:uFillTx/>
                <a:latin typeface="Arial"/>
                <a:ea typeface="宋体"/>
                <a:cs typeface="+mn-cs"/>
                <a:hlinkClick r:id="rId3"/>
              </a:rPr>
              <a:t>zhangzizhen@gmail.com</a:t>
            </a:r>
            <a:endParaRPr kumimoji="0" lang="en-US" altLang="zh-CN" sz="1400" b="1" i="0" u="none" strike="noStrike" kern="1200" cap="none" spc="0" normalizeH="0" baseline="0" noProof="0" dirty="0" smtClean="0">
              <a:ln>
                <a:noFill/>
              </a:ln>
              <a:solidFill>
                <a:srgbClr val="3A7877"/>
              </a:solidFill>
              <a:effectLst/>
              <a:uLnTx/>
              <a:uFillTx/>
              <a:latin typeface="Arial"/>
              <a:ea typeface="宋体"/>
              <a:cs typeface="+mn-cs"/>
            </a:endParaRPr>
          </a:p>
        </p:txBody>
      </p:sp>
      <p:sp>
        <p:nvSpPr>
          <p:cNvPr id="95237" name="Rectangle 5"/>
          <p:cNvSpPr>
            <a:spLocks noGrp="1" noChangeArrowheads="1"/>
          </p:cNvSpPr>
          <p:nvPr>
            <p:ph type="ctrTitle"/>
          </p:nvPr>
        </p:nvSpPr>
        <p:spPr>
          <a:xfrm>
            <a:off x="914400" y="1519240"/>
            <a:ext cx="10363200" cy="2266950"/>
          </a:xfrm>
        </p:spPr>
        <p:txBody>
          <a:bodyPr anchor="ctr" anchorCtr="1"/>
          <a:lstStyle>
            <a:lvl1pPr algn="ctr">
              <a:defRPr sz="4100" i="1"/>
            </a:lvl1pPr>
          </a:lstStyle>
          <a:p>
            <a:r>
              <a:rPr lang="zh-CN" altLang="en-US"/>
              <a:t>单击此处编辑母版标题样式</a:t>
            </a:r>
          </a:p>
        </p:txBody>
      </p:sp>
    </p:spTree>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hf hdr="0" ftr="0"/>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76251" y="214314"/>
            <a:ext cx="11239500" cy="642937"/>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p>
        </p:txBody>
      </p:sp>
      <p:sp>
        <p:nvSpPr>
          <p:cNvPr id="1027" name="Rectangle 3"/>
          <p:cNvSpPr>
            <a:spLocks noGrp="1" noChangeArrowheads="1"/>
          </p:cNvSpPr>
          <p:nvPr>
            <p:ph type="body" idx="1"/>
          </p:nvPr>
        </p:nvSpPr>
        <p:spPr bwMode="auto">
          <a:xfrm>
            <a:off x="476251" y="928688"/>
            <a:ext cx="11239500" cy="55721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p>
        </p:txBody>
      </p:sp>
      <p:pic>
        <p:nvPicPr>
          <p:cNvPr id="1028" name="Picture 15" descr="C:\Documents and Settings\Administrator\桌面\Briefcase\Web程序设计与AJAX 课程\gif图片下载\英文校名.gif"/>
          <p:cNvPicPr>
            <a:picLocks noChangeAspect="1" noChangeArrowheads="1"/>
          </p:cNvPicPr>
          <p:nvPr/>
        </p:nvPicPr>
        <p:blipFill>
          <a:blip r:embed="rId4" cstate="print"/>
          <a:srcRect/>
          <a:stretch>
            <a:fillRect/>
          </a:stretch>
        </p:blipFill>
        <p:spPr bwMode="auto">
          <a:xfrm>
            <a:off x="4603751" y="6581776"/>
            <a:ext cx="3302000" cy="276225"/>
          </a:xfrm>
          <a:prstGeom prst="rect">
            <a:avLst/>
          </a:prstGeom>
          <a:noFill/>
          <a:ln w="9525">
            <a:noFill/>
            <a:miter lim="800000"/>
            <a:headEnd/>
            <a:tailEnd/>
          </a:ln>
        </p:spPr>
      </p:pic>
      <p:cxnSp>
        <p:nvCxnSpPr>
          <p:cNvPr id="21" name="直接连接符 20"/>
          <p:cNvCxnSpPr/>
          <p:nvPr/>
        </p:nvCxnSpPr>
        <p:spPr>
          <a:xfrm>
            <a:off x="476251" y="855664"/>
            <a:ext cx="11239500" cy="1587"/>
          </a:xfrm>
          <a:prstGeom prst="line">
            <a:avLst/>
          </a:prstGeom>
          <a:ln w="38100">
            <a:solidFill>
              <a:srgbClr val="009900"/>
            </a:solidFill>
          </a:ln>
        </p:spPr>
        <p:style>
          <a:lnRef idx="1">
            <a:schemeClr val="accent1"/>
          </a:lnRef>
          <a:fillRef idx="0">
            <a:schemeClr val="accent1"/>
          </a:fillRef>
          <a:effectRef idx="0">
            <a:schemeClr val="accent1"/>
          </a:effectRef>
          <a:fontRef idx="minor">
            <a:schemeClr val="tx1"/>
          </a:fontRef>
        </p:style>
      </p:cxnSp>
      <p:sp>
        <p:nvSpPr>
          <p:cNvPr id="1030" name="TextBox 26"/>
          <p:cNvSpPr txBox="1">
            <a:spLocks noChangeArrowheads="1"/>
          </p:cNvSpPr>
          <p:nvPr/>
        </p:nvSpPr>
        <p:spPr bwMode="auto">
          <a:xfrm>
            <a:off x="5143501" y="71439"/>
            <a:ext cx="6667500" cy="261937"/>
          </a:xfrm>
          <a:prstGeom prst="rect">
            <a:avLst/>
          </a:prstGeom>
          <a:noFill/>
          <a:ln>
            <a:noFill/>
          </a:ln>
          <a:extLst>
            <a:ext uri="{909E8E84-426E-40dd-AFC4-6F175D3DCCD1}"/>
            <a:ext uri="{91240B29-F687-4f45-9708-019B960494DF}"/>
          </a:extLst>
        </p:spPr>
        <p:txBody>
          <a:bodyPr>
            <a:spAutoFit/>
          </a:bodyPr>
          <a:lstStyle/>
          <a:p>
            <a:pPr algn="r">
              <a:defRPr/>
            </a:pPr>
            <a:r>
              <a:rPr lang="en-US" altLang="zh-CN" sz="1100" i="1" dirty="0" smtClean="0">
                <a:solidFill>
                  <a:srgbClr val="3A7877"/>
                </a:solidFill>
                <a:latin typeface="Arial" pitchFamily="34" charset="0"/>
              </a:rPr>
              <a:t>Data structures</a:t>
            </a:r>
            <a:r>
              <a:rPr lang="en-US" altLang="zh-CN" sz="1100" i="1" baseline="0" dirty="0" smtClean="0">
                <a:solidFill>
                  <a:srgbClr val="3A7877"/>
                </a:solidFill>
                <a:latin typeface="Arial" pitchFamily="34" charset="0"/>
              </a:rPr>
              <a:t> and algorithms</a:t>
            </a:r>
            <a:endParaRPr lang="zh-CN" altLang="en-US" sz="1100" i="1" dirty="0">
              <a:solidFill>
                <a:srgbClr val="3A7877"/>
              </a:solidFill>
              <a:latin typeface="Arial" pitchFamily="34" charset="0"/>
            </a:endParaRPr>
          </a:p>
        </p:txBody>
      </p:sp>
      <p:sp>
        <p:nvSpPr>
          <p:cNvPr id="9" name="Rectangle 4"/>
          <p:cNvSpPr txBox="1">
            <a:spLocks noChangeArrowheads="1"/>
          </p:cNvSpPr>
          <p:nvPr userDrawn="1"/>
        </p:nvSpPr>
        <p:spPr bwMode="auto">
          <a:xfrm>
            <a:off x="8686800" y="6615113"/>
            <a:ext cx="2743200" cy="457200"/>
          </a:xfrm>
          <a:prstGeom prst="rect">
            <a:avLst/>
          </a:prstGeom>
          <a:noFill/>
          <a:ln w="9525">
            <a:noFill/>
            <a:miter lim="800000"/>
            <a:headEnd/>
            <a:tailEnd/>
          </a:ln>
          <a:effectLst/>
        </p:spPr>
        <p:txBody>
          <a:bodyPr/>
          <a:lstStyle/>
          <a:p>
            <a:pPr algn="ctr">
              <a:defRPr/>
            </a:pPr>
            <a:fld id="{FED218EC-7653-412D-96B2-7145C570315F}" type="slidenum">
              <a:rPr lang="en-US" altLang="zh-CN" sz="1000" b="1">
                <a:solidFill>
                  <a:srgbClr val="3A7877"/>
                </a:solidFill>
                <a:latin typeface="Arial" pitchFamily="34" charset="0"/>
              </a:rPr>
              <a:pPr algn="ctr">
                <a:defRPr/>
              </a:pPr>
              <a:t>‹#›</a:t>
            </a:fld>
            <a:r>
              <a:rPr lang="en-US" altLang="zh-CN" sz="1000" b="1" dirty="0">
                <a:solidFill>
                  <a:srgbClr val="3A7877"/>
                </a:solidFill>
                <a:latin typeface="Arial" pitchFamily="34" charset="0"/>
              </a:rPr>
              <a:t> </a:t>
            </a:r>
            <a:r>
              <a:rPr lang="en-US" altLang="zh-CN" sz="1000" b="1" dirty="0" smtClean="0">
                <a:solidFill>
                  <a:srgbClr val="3A7877"/>
                </a:solidFill>
                <a:latin typeface="Arial" pitchFamily="34" charset="0"/>
              </a:rPr>
              <a:t>/</a:t>
            </a:r>
            <a:endParaRPr lang="en-US" altLang="zh-CN" sz="1000" b="1" dirty="0">
              <a:solidFill>
                <a:srgbClr val="3A7877"/>
              </a:solidFill>
              <a:latin typeface="Arial" pitchFamily="34" charset="0"/>
            </a:endParaRPr>
          </a:p>
        </p:txBody>
      </p:sp>
      <p:sp>
        <p:nvSpPr>
          <p:cNvPr id="11" name="Rectangle 4"/>
          <p:cNvSpPr txBox="1">
            <a:spLocks noChangeArrowheads="1"/>
          </p:cNvSpPr>
          <p:nvPr/>
        </p:nvSpPr>
        <p:spPr bwMode="auto">
          <a:xfrm>
            <a:off x="952500" y="6615113"/>
            <a:ext cx="2743200" cy="457200"/>
          </a:xfrm>
          <a:prstGeom prst="rect">
            <a:avLst/>
          </a:prstGeom>
          <a:noFill/>
          <a:ln w="9525">
            <a:noFill/>
            <a:miter lim="800000"/>
            <a:headEnd/>
            <a:tailEnd/>
          </a:ln>
          <a:effectLst/>
        </p:spPr>
        <p:txBody>
          <a:bodyPr/>
          <a:lstStyle/>
          <a:p>
            <a:pPr algn="ctr">
              <a:defRPr/>
            </a:pPr>
            <a:fld id="{28F2FBAF-9894-4EB8-8AC6-3F534D888B82}" type="datetime4">
              <a:rPr lang="en-US" altLang="zh-CN" sz="1000" b="1">
                <a:solidFill>
                  <a:srgbClr val="3A7877"/>
                </a:solidFill>
                <a:latin typeface="Arial" pitchFamily="34" charset="0"/>
              </a:rPr>
              <a:pPr algn="ctr">
                <a:defRPr/>
              </a:pPr>
              <a:t>November 19, 2025</a:t>
            </a:fld>
            <a:endParaRPr lang="en-US" altLang="zh-CN" sz="1000" b="1" dirty="0">
              <a:solidFill>
                <a:srgbClr val="3A7877"/>
              </a:solidFill>
              <a:latin typeface="Arial" pitchFamily="34" charset="0"/>
            </a:endParaRPr>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Lst>
  <p:transition spd="slow"/>
  <p:timing>
    <p:tnLst>
      <p:par>
        <p:cTn id="1" dur="indefinite" restart="never" nodeType="tmRoot"/>
      </p:par>
    </p:tnLst>
  </p:timing>
  <p:hf hdr="0"/>
  <p:txStyles>
    <p:titleStyle>
      <a:lvl1pPr algn="l" rtl="0" eaLnBrk="0" fontAlgn="base" hangingPunct="0">
        <a:spcBef>
          <a:spcPct val="0"/>
        </a:spcBef>
        <a:spcAft>
          <a:spcPct val="0"/>
        </a:spcAft>
        <a:defRPr kumimoji="1" sz="3300">
          <a:solidFill>
            <a:schemeClr val="tx2"/>
          </a:solidFill>
          <a:latin typeface="+mj-lt"/>
          <a:ea typeface="+mj-ea"/>
          <a:cs typeface="宋体" charset="0"/>
        </a:defRPr>
      </a:lvl1pPr>
      <a:lvl2pPr algn="l" rtl="0" eaLnBrk="0" fontAlgn="base" hangingPunct="0">
        <a:spcBef>
          <a:spcPct val="0"/>
        </a:spcBef>
        <a:spcAft>
          <a:spcPct val="0"/>
        </a:spcAft>
        <a:defRPr kumimoji="1" sz="3300">
          <a:solidFill>
            <a:schemeClr val="tx2"/>
          </a:solidFill>
          <a:latin typeface="Arial Black" pitchFamily="34" charset="0"/>
          <a:ea typeface="宋体" pitchFamily="2" charset="-122"/>
          <a:cs typeface="宋体" charset="0"/>
        </a:defRPr>
      </a:lvl2pPr>
      <a:lvl3pPr algn="l" rtl="0" eaLnBrk="0" fontAlgn="base" hangingPunct="0">
        <a:spcBef>
          <a:spcPct val="0"/>
        </a:spcBef>
        <a:spcAft>
          <a:spcPct val="0"/>
        </a:spcAft>
        <a:defRPr kumimoji="1" sz="3300">
          <a:solidFill>
            <a:schemeClr val="tx2"/>
          </a:solidFill>
          <a:latin typeface="Arial Black" pitchFamily="34" charset="0"/>
          <a:ea typeface="宋体" pitchFamily="2" charset="-122"/>
          <a:cs typeface="宋体" charset="0"/>
        </a:defRPr>
      </a:lvl3pPr>
      <a:lvl4pPr algn="l" rtl="0" eaLnBrk="0" fontAlgn="base" hangingPunct="0">
        <a:spcBef>
          <a:spcPct val="0"/>
        </a:spcBef>
        <a:spcAft>
          <a:spcPct val="0"/>
        </a:spcAft>
        <a:defRPr kumimoji="1" sz="3300">
          <a:solidFill>
            <a:schemeClr val="tx2"/>
          </a:solidFill>
          <a:latin typeface="Arial Black" pitchFamily="34" charset="0"/>
          <a:ea typeface="宋体" pitchFamily="2" charset="-122"/>
          <a:cs typeface="宋体" charset="0"/>
        </a:defRPr>
      </a:lvl4pPr>
      <a:lvl5pPr algn="l" rtl="0" eaLnBrk="0" fontAlgn="base" hangingPunct="0">
        <a:spcBef>
          <a:spcPct val="0"/>
        </a:spcBef>
        <a:spcAft>
          <a:spcPct val="0"/>
        </a:spcAft>
        <a:defRPr kumimoji="1" sz="3300">
          <a:solidFill>
            <a:schemeClr val="tx2"/>
          </a:solidFill>
          <a:latin typeface="Arial Black" pitchFamily="34" charset="0"/>
          <a:ea typeface="宋体" pitchFamily="2" charset="-122"/>
          <a:cs typeface="宋体" charset="0"/>
        </a:defRPr>
      </a:lvl5pPr>
      <a:lvl6pPr marL="457200" algn="l" rtl="0" fontAlgn="base">
        <a:spcBef>
          <a:spcPct val="0"/>
        </a:spcBef>
        <a:spcAft>
          <a:spcPct val="0"/>
        </a:spcAft>
        <a:defRPr sz="3300">
          <a:solidFill>
            <a:schemeClr val="tx2"/>
          </a:solidFill>
          <a:latin typeface="Arial Black" pitchFamily="34" charset="0"/>
          <a:ea typeface="宋体" pitchFamily="2" charset="-122"/>
        </a:defRPr>
      </a:lvl6pPr>
      <a:lvl7pPr marL="914400" algn="l" rtl="0" fontAlgn="base">
        <a:spcBef>
          <a:spcPct val="0"/>
        </a:spcBef>
        <a:spcAft>
          <a:spcPct val="0"/>
        </a:spcAft>
        <a:defRPr sz="3300">
          <a:solidFill>
            <a:schemeClr val="tx2"/>
          </a:solidFill>
          <a:latin typeface="Arial Black" pitchFamily="34" charset="0"/>
          <a:ea typeface="宋体" pitchFamily="2" charset="-122"/>
        </a:defRPr>
      </a:lvl7pPr>
      <a:lvl8pPr marL="1371600" algn="l" rtl="0" fontAlgn="base">
        <a:spcBef>
          <a:spcPct val="0"/>
        </a:spcBef>
        <a:spcAft>
          <a:spcPct val="0"/>
        </a:spcAft>
        <a:defRPr sz="3300">
          <a:solidFill>
            <a:schemeClr val="tx2"/>
          </a:solidFill>
          <a:latin typeface="Arial Black" pitchFamily="34" charset="0"/>
          <a:ea typeface="宋体" pitchFamily="2" charset="-122"/>
        </a:defRPr>
      </a:lvl8pPr>
      <a:lvl9pPr marL="1828800" algn="l" rtl="0" fontAlgn="base">
        <a:spcBef>
          <a:spcPct val="0"/>
        </a:spcBef>
        <a:spcAft>
          <a:spcPct val="0"/>
        </a:spcAft>
        <a:defRPr sz="3300">
          <a:solidFill>
            <a:schemeClr val="tx2"/>
          </a:solidFill>
          <a:latin typeface="Arial Black" pitchFamily="34" charset="0"/>
          <a:ea typeface="宋体" pitchFamily="2" charset="-122"/>
        </a:defRPr>
      </a:lvl9pPr>
    </p:titleStyle>
    <p:bodyStyle>
      <a:lvl1pPr marL="342900" indent="-342900" algn="l" rtl="0" eaLnBrk="0" fontAlgn="base" hangingPunct="0">
        <a:spcBef>
          <a:spcPct val="20000"/>
        </a:spcBef>
        <a:spcAft>
          <a:spcPct val="0"/>
        </a:spcAft>
        <a:buClr>
          <a:schemeClr val="bg2"/>
        </a:buClr>
        <a:buSzPct val="70000"/>
        <a:buFont typeface="Wingdings" pitchFamily="2" charset="2"/>
        <a:buChar char="l"/>
        <a:defRPr kumimoji="1" sz="2400">
          <a:solidFill>
            <a:schemeClr val="tx1"/>
          </a:solidFill>
          <a:latin typeface="+mn-lt"/>
          <a:ea typeface="+mn-ea"/>
          <a:cs typeface="宋体" charset="0"/>
        </a:defRPr>
      </a:lvl1pPr>
      <a:lvl2pPr marL="742950" indent="-285750" algn="l" rtl="0" eaLnBrk="0" fontAlgn="base" hangingPunct="0">
        <a:spcBef>
          <a:spcPct val="20000"/>
        </a:spcBef>
        <a:spcAft>
          <a:spcPct val="0"/>
        </a:spcAft>
        <a:buClr>
          <a:schemeClr val="accent1"/>
        </a:buClr>
        <a:buSzPct val="150000"/>
        <a:buChar char="•"/>
        <a:defRPr kumimoji="1" sz="2000">
          <a:solidFill>
            <a:schemeClr val="tx1"/>
          </a:solidFill>
          <a:latin typeface="+mn-lt"/>
          <a:ea typeface="+mn-ea"/>
        </a:defRPr>
      </a:lvl2pPr>
      <a:lvl3pPr marL="1143000" indent="-228600" algn="l" rtl="0" eaLnBrk="0" fontAlgn="base" hangingPunct="0">
        <a:spcBef>
          <a:spcPct val="20000"/>
        </a:spcBef>
        <a:spcAft>
          <a:spcPct val="0"/>
        </a:spcAft>
        <a:buClr>
          <a:schemeClr val="tx1"/>
        </a:buClr>
        <a:buSzPct val="150000"/>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150000"/>
        <a:buChar char="•"/>
        <a:defRPr kumimoji="1" sz="16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150000"/>
        <a:buChar char="•"/>
        <a:defRPr kumimoji="1" sz="1600">
          <a:solidFill>
            <a:schemeClr val="tx1"/>
          </a:solidFill>
          <a:latin typeface="+mn-lt"/>
          <a:ea typeface="+mn-ea"/>
        </a:defRPr>
      </a:lvl5pPr>
      <a:lvl6pPr marL="2514600" indent="-228600" algn="l" rtl="0" fontAlgn="base">
        <a:spcBef>
          <a:spcPct val="20000"/>
        </a:spcBef>
        <a:spcAft>
          <a:spcPct val="0"/>
        </a:spcAft>
        <a:buClr>
          <a:schemeClr val="folHlink"/>
        </a:buClr>
        <a:buSzPct val="150000"/>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SzPct val="150000"/>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SzPct val="150000"/>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SzPct val="150000"/>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3"/>
          <p:cNvSpPr>
            <a:spLocks noGrp="1"/>
          </p:cNvSpPr>
          <p:nvPr>
            <p:ph type="ctrTitle"/>
          </p:nvPr>
        </p:nvSpPr>
        <p:spPr/>
        <p:txBody>
          <a:bodyPr/>
          <a:lstStyle/>
          <a:p>
            <a:r>
              <a:rPr kumimoji="0" lang="en-US" altLang="zh-CN" i="0" smtClean="0"/>
              <a:t>Lecture </a:t>
            </a:r>
            <a:r>
              <a:rPr kumimoji="0" lang="en-US" altLang="zh-CN" i="0" smtClean="0"/>
              <a:t>17</a:t>
            </a:r>
            <a:r>
              <a:rPr kumimoji="0" lang="en-US" altLang="zh-CN" i="0" dirty="0" smtClean="0"/>
              <a:t/>
            </a:r>
            <a:br>
              <a:rPr kumimoji="0" lang="en-US" altLang="zh-CN" i="0" dirty="0" smtClean="0"/>
            </a:br>
            <a:r>
              <a:rPr kumimoji="0" lang="en-US" altLang="zh-CN" i="0" dirty="0"/>
              <a:t>Multiway </a:t>
            </a:r>
            <a:r>
              <a:rPr kumimoji="0" lang="en-US" altLang="zh-CN" i="0" dirty="0" smtClean="0"/>
              <a:t>Trees</a:t>
            </a:r>
            <a:endParaRPr kumimoji="0" lang="zh-CN" altLang="en-US" i="0" dirty="0" smtClean="0"/>
          </a:p>
        </p:txBody>
      </p:sp>
    </p:spTree>
  </p:cSld>
  <p:clrMapOvr>
    <a:masterClrMapping/>
  </p:clrMapOvr>
  <p:transition spd="slow"/>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Outline</a:t>
            </a:r>
            <a:endParaRPr lang="zh-CN" altLang="en-US" dirty="0"/>
          </a:p>
        </p:txBody>
      </p:sp>
      <p:sp>
        <p:nvSpPr>
          <p:cNvPr id="3" name="内容占位符 2"/>
          <p:cNvSpPr>
            <a:spLocks noGrp="1"/>
          </p:cNvSpPr>
          <p:nvPr>
            <p:ph idx="1"/>
          </p:nvPr>
        </p:nvSpPr>
        <p:spPr/>
        <p:txBody>
          <a:bodyPr/>
          <a:lstStyle/>
          <a:p>
            <a:r>
              <a:rPr lang="en-US" altLang="zh-CN" dirty="0" smtClean="0"/>
              <a:t>Multiway Trees</a:t>
            </a:r>
          </a:p>
          <a:p>
            <a:r>
              <a:rPr kumimoji="0" lang="en-US" altLang="zh-CN" dirty="0" smtClean="0"/>
              <a:t>Disjoint-set</a:t>
            </a:r>
            <a:endParaRPr lang="en-US" altLang="zh-CN" dirty="0" smtClean="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Multiway Trees: Definitions</a:t>
            </a:r>
            <a:endParaRPr lang="zh-CN" altLang="en-US" dirty="0"/>
          </a:p>
        </p:txBody>
      </p:sp>
      <p:sp>
        <p:nvSpPr>
          <p:cNvPr id="3" name="内容占位符 2"/>
          <p:cNvSpPr>
            <a:spLocks noGrp="1"/>
          </p:cNvSpPr>
          <p:nvPr>
            <p:ph idx="1"/>
          </p:nvPr>
        </p:nvSpPr>
        <p:spPr/>
        <p:txBody>
          <a:bodyPr/>
          <a:lstStyle/>
          <a:p>
            <a:r>
              <a:rPr lang="en-US" altLang="zh-CN" dirty="0" smtClean="0"/>
              <a:t>A (free) </a:t>
            </a:r>
            <a:r>
              <a:rPr lang="en-US" altLang="zh-CN" dirty="0" smtClean="0">
                <a:solidFill>
                  <a:srgbClr val="FF0000"/>
                </a:solidFill>
              </a:rPr>
              <a:t>tree</a:t>
            </a:r>
            <a:r>
              <a:rPr lang="en-US" altLang="zh-CN" dirty="0" smtClean="0"/>
              <a:t> is any set of points (called </a:t>
            </a:r>
            <a:r>
              <a:rPr lang="en-US" altLang="zh-CN" dirty="0" smtClean="0">
                <a:solidFill>
                  <a:srgbClr val="FF0000"/>
                </a:solidFill>
              </a:rPr>
              <a:t>vertices</a:t>
            </a:r>
            <a:r>
              <a:rPr lang="en-US" altLang="zh-CN" dirty="0" smtClean="0"/>
              <a:t>) and any set of pairs of distinct vertices (called </a:t>
            </a:r>
            <a:r>
              <a:rPr lang="en-US" altLang="zh-CN" dirty="0" smtClean="0">
                <a:solidFill>
                  <a:srgbClr val="FF0000"/>
                </a:solidFill>
              </a:rPr>
              <a:t>edges</a:t>
            </a:r>
            <a:r>
              <a:rPr lang="en-US" altLang="zh-CN" dirty="0" smtClean="0"/>
              <a:t> or </a:t>
            </a:r>
            <a:r>
              <a:rPr lang="en-US" altLang="zh-CN" dirty="0" smtClean="0">
                <a:solidFill>
                  <a:srgbClr val="FF0000"/>
                </a:solidFill>
              </a:rPr>
              <a:t>branches</a:t>
            </a:r>
            <a:r>
              <a:rPr lang="en-US" altLang="zh-CN" dirty="0" smtClean="0"/>
              <a:t>) such that (1) there is a sequence of edges (a </a:t>
            </a:r>
            <a:r>
              <a:rPr lang="en-US" altLang="zh-CN" dirty="0" smtClean="0">
                <a:solidFill>
                  <a:srgbClr val="FF0000"/>
                </a:solidFill>
              </a:rPr>
              <a:t>path</a:t>
            </a:r>
            <a:r>
              <a:rPr lang="en-US" altLang="zh-CN" dirty="0" smtClean="0"/>
              <a:t>) from any vertex to any other, and (2) there are no </a:t>
            </a:r>
            <a:r>
              <a:rPr lang="en-US" altLang="zh-CN" dirty="0" smtClean="0">
                <a:solidFill>
                  <a:srgbClr val="FF0000"/>
                </a:solidFill>
              </a:rPr>
              <a:t>circuits</a:t>
            </a:r>
            <a:r>
              <a:rPr lang="en-US" altLang="zh-CN" dirty="0" smtClean="0"/>
              <a:t>, that is, no paths starting from a vertex and returning to the same vertex.</a:t>
            </a:r>
          </a:p>
          <a:p>
            <a:r>
              <a:rPr lang="en-US" altLang="zh-CN" dirty="0" smtClean="0"/>
              <a:t>A </a:t>
            </a:r>
            <a:r>
              <a:rPr lang="en-US" altLang="zh-CN" dirty="0" smtClean="0">
                <a:solidFill>
                  <a:srgbClr val="FF0000"/>
                </a:solidFill>
              </a:rPr>
              <a:t>rooted tree</a:t>
            </a:r>
            <a:r>
              <a:rPr lang="en-US" altLang="zh-CN" dirty="0" smtClean="0"/>
              <a:t> is a tree in which one vertex, called the root, is distinguished.</a:t>
            </a:r>
          </a:p>
          <a:p>
            <a:r>
              <a:rPr lang="en-US" altLang="zh-CN" dirty="0" smtClean="0"/>
              <a:t>An </a:t>
            </a:r>
            <a:r>
              <a:rPr lang="en-US" altLang="zh-CN" dirty="0" smtClean="0">
                <a:solidFill>
                  <a:srgbClr val="FF0000"/>
                </a:solidFill>
              </a:rPr>
              <a:t>ordered tree</a:t>
            </a:r>
            <a:r>
              <a:rPr lang="en-US" altLang="zh-CN" dirty="0" smtClean="0"/>
              <a:t> is a rooted tree in which the children of each vertex are assigned an order.</a:t>
            </a:r>
          </a:p>
          <a:p>
            <a:r>
              <a:rPr lang="en-US" altLang="zh-CN" dirty="0" smtClean="0"/>
              <a:t>A </a:t>
            </a:r>
            <a:r>
              <a:rPr lang="en-US" altLang="zh-CN" dirty="0" smtClean="0">
                <a:solidFill>
                  <a:srgbClr val="FF0000"/>
                </a:solidFill>
              </a:rPr>
              <a:t>forest</a:t>
            </a:r>
            <a:r>
              <a:rPr lang="en-US" altLang="zh-CN" dirty="0" smtClean="0"/>
              <a:t> is a set of trees. We usually assume that all trees in a forest are rooted.</a:t>
            </a:r>
          </a:p>
          <a:p>
            <a:r>
              <a:rPr lang="en-US" altLang="zh-CN" dirty="0" smtClean="0"/>
              <a:t>An </a:t>
            </a:r>
            <a:r>
              <a:rPr lang="en-US" altLang="zh-CN" dirty="0" smtClean="0">
                <a:solidFill>
                  <a:srgbClr val="FF0000"/>
                </a:solidFill>
              </a:rPr>
              <a:t>orchard</a:t>
            </a:r>
            <a:r>
              <a:rPr lang="en-US" altLang="zh-CN" dirty="0" smtClean="0"/>
              <a:t> (also called an ordered forest) is an ordered set of ordered trees.</a:t>
            </a:r>
            <a:endParaRPr lang="zh-CN" altLang="en-US" dirty="0"/>
          </a:p>
        </p:txBody>
      </p:sp>
    </p:spTree>
    <p:extLst>
      <p:ext uri="{BB962C8B-B14F-4D97-AF65-F5344CB8AC3E}">
        <p14:creationId xmlns:p14="http://schemas.microsoft.com/office/powerpoint/2010/main" val="174454023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Tree Representations</a:t>
            </a:r>
            <a:endParaRPr lang="zh-CN" altLang="en-US" dirty="0"/>
          </a:p>
        </p:txBody>
      </p:sp>
      <p:sp>
        <p:nvSpPr>
          <p:cNvPr id="3" name="内容占位符 2"/>
          <p:cNvSpPr>
            <a:spLocks noGrp="1"/>
          </p:cNvSpPr>
          <p:nvPr>
            <p:ph idx="1"/>
          </p:nvPr>
        </p:nvSpPr>
        <p:spPr/>
        <p:txBody>
          <a:bodyPr/>
          <a:lstStyle/>
          <a:p>
            <a:r>
              <a:rPr lang="en-US" altLang="zh-CN" dirty="0" smtClean="0"/>
              <a:t>Parent Method</a:t>
            </a:r>
            <a:r>
              <a:rPr lang="zh-CN" altLang="en-US" dirty="0" smtClean="0"/>
              <a:t>（双亲表示法）</a:t>
            </a:r>
            <a:endParaRPr lang="zh-CN" altLang="en-US" dirty="0"/>
          </a:p>
        </p:txBody>
      </p:sp>
      <p:grpSp>
        <p:nvGrpSpPr>
          <p:cNvPr id="4" name="Group 4"/>
          <p:cNvGrpSpPr>
            <a:grpSpLocks/>
          </p:cNvGrpSpPr>
          <p:nvPr/>
        </p:nvGrpSpPr>
        <p:grpSpPr bwMode="auto">
          <a:xfrm>
            <a:off x="1127448" y="1700808"/>
            <a:ext cx="3673475" cy="3030538"/>
            <a:chOff x="340" y="1888"/>
            <a:chExt cx="2314" cy="1909"/>
          </a:xfrm>
        </p:grpSpPr>
        <p:grpSp>
          <p:nvGrpSpPr>
            <p:cNvPr id="5" name="Group 5"/>
            <p:cNvGrpSpPr>
              <a:grpSpLocks/>
            </p:cNvGrpSpPr>
            <p:nvPr/>
          </p:nvGrpSpPr>
          <p:grpSpPr bwMode="auto">
            <a:xfrm>
              <a:off x="1292" y="1888"/>
              <a:ext cx="318" cy="276"/>
              <a:chOff x="1020" y="2387"/>
              <a:chExt cx="318" cy="276"/>
            </a:xfrm>
          </p:grpSpPr>
          <p:sp>
            <p:nvSpPr>
              <p:cNvPr id="38" name="Oval 6"/>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39" name="Text Box 7"/>
              <p:cNvSpPr txBox="1">
                <a:spLocks noChangeArrowheads="1"/>
              </p:cNvSpPr>
              <p:nvPr/>
            </p:nvSpPr>
            <p:spPr bwMode="auto">
              <a:xfrm>
                <a:off x="1066" y="2432"/>
                <a:ext cx="272" cy="231"/>
              </a:xfrm>
              <a:prstGeom prst="rect">
                <a:avLst/>
              </a:prstGeom>
              <a:noFill/>
              <a:ln w="9525">
                <a:noFill/>
                <a:miter lim="800000"/>
                <a:headEnd/>
                <a:tailEnd/>
              </a:ln>
              <a:effectLst/>
            </p:spPr>
            <p:txBody>
              <a:bodyPr>
                <a:spAutoFit/>
              </a:bodyPr>
              <a:lstStyle/>
              <a:p>
                <a:pPr>
                  <a:spcBef>
                    <a:spcPct val="50000"/>
                  </a:spcBef>
                </a:pPr>
                <a:r>
                  <a:rPr lang="en-US" altLang="zh-CN" dirty="0"/>
                  <a:t>A</a:t>
                </a:r>
              </a:p>
            </p:txBody>
          </p:sp>
        </p:grpSp>
        <p:grpSp>
          <p:nvGrpSpPr>
            <p:cNvPr id="6" name="Group 8"/>
            <p:cNvGrpSpPr>
              <a:grpSpLocks/>
            </p:cNvGrpSpPr>
            <p:nvPr/>
          </p:nvGrpSpPr>
          <p:grpSpPr bwMode="auto">
            <a:xfrm>
              <a:off x="793" y="2478"/>
              <a:ext cx="318" cy="276"/>
              <a:chOff x="1020" y="2387"/>
              <a:chExt cx="318" cy="276"/>
            </a:xfrm>
          </p:grpSpPr>
          <p:sp>
            <p:nvSpPr>
              <p:cNvPr id="36" name="Oval 9"/>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37" name="Text Box 10"/>
              <p:cNvSpPr txBox="1">
                <a:spLocks noChangeArrowheads="1"/>
              </p:cNvSpPr>
              <p:nvPr/>
            </p:nvSpPr>
            <p:spPr bwMode="auto">
              <a:xfrm>
                <a:off x="1066" y="2432"/>
                <a:ext cx="272" cy="231"/>
              </a:xfrm>
              <a:prstGeom prst="rect">
                <a:avLst/>
              </a:prstGeom>
              <a:noFill/>
              <a:ln w="9525">
                <a:noFill/>
                <a:miter lim="800000"/>
                <a:headEnd/>
                <a:tailEnd/>
              </a:ln>
              <a:effectLst/>
            </p:spPr>
            <p:txBody>
              <a:bodyPr>
                <a:spAutoFit/>
              </a:bodyPr>
              <a:lstStyle/>
              <a:p>
                <a:pPr>
                  <a:spcBef>
                    <a:spcPct val="50000"/>
                  </a:spcBef>
                </a:pPr>
                <a:r>
                  <a:rPr lang="en-US" altLang="zh-CN" dirty="0"/>
                  <a:t>B</a:t>
                </a:r>
              </a:p>
            </p:txBody>
          </p:sp>
        </p:grpSp>
        <p:grpSp>
          <p:nvGrpSpPr>
            <p:cNvPr id="7" name="Group 11"/>
            <p:cNvGrpSpPr>
              <a:grpSpLocks/>
            </p:cNvGrpSpPr>
            <p:nvPr/>
          </p:nvGrpSpPr>
          <p:grpSpPr bwMode="auto">
            <a:xfrm>
              <a:off x="1338" y="2478"/>
              <a:ext cx="318" cy="276"/>
              <a:chOff x="1020" y="2387"/>
              <a:chExt cx="318" cy="276"/>
            </a:xfrm>
          </p:grpSpPr>
          <p:sp>
            <p:nvSpPr>
              <p:cNvPr id="34" name="Oval 12"/>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35" name="Text Box 13"/>
              <p:cNvSpPr txBox="1">
                <a:spLocks noChangeArrowheads="1"/>
              </p:cNvSpPr>
              <p:nvPr/>
            </p:nvSpPr>
            <p:spPr bwMode="auto">
              <a:xfrm>
                <a:off x="1066" y="2432"/>
                <a:ext cx="272" cy="231"/>
              </a:xfrm>
              <a:prstGeom prst="rect">
                <a:avLst/>
              </a:prstGeom>
              <a:noFill/>
              <a:ln w="9525">
                <a:noFill/>
                <a:miter lim="800000"/>
                <a:headEnd/>
                <a:tailEnd/>
              </a:ln>
              <a:effectLst/>
            </p:spPr>
            <p:txBody>
              <a:bodyPr>
                <a:spAutoFit/>
              </a:bodyPr>
              <a:lstStyle/>
              <a:p>
                <a:pPr>
                  <a:spcBef>
                    <a:spcPct val="50000"/>
                  </a:spcBef>
                </a:pPr>
                <a:r>
                  <a:rPr lang="en-US" altLang="zh-CN" dirty="0"/>
                  <a:t>C</a:t>
                </a:r>
              </a:p>
            </p:txBody>
          </p:sp>
        </p:grpSp>
        <p:grpSp>
          <p:nvGrpSpPr>
            <p:cNvPr id="8" name="Group 14"/>
            <p:cNvGrpSpPr>
              <a:grpSpLocks/>
            </p:cNvGrpSpPr>
            <p:nvPr/>
          </p:nvGrpSpPr>
          <p:grpSpPr bwMode="auto">
            <a:xfrm>
              <a:off x="340" y="3022"/>
              <a:ext cx="318" cy="276"/>
              <a:chOff x="1020" y="2387"/>
              <a:chExt cx="318" cy="276"/>
            </a:xfrm>
          </p:grpSpPr>
          <p:sp>
            <p:nvSpPr>
              <p:cNvPr id="32" name="Oval 15"/>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33" name="Text Box 16"/>
              <p:cNvSpPr txBox="1">
                <a:spLocks noChangeArrowheads="1"/>
              </p:cNvSpPr>
              <p:nvPr/>
            </p:nvSpPr>
            <p:spPr bwMode="auto">
              <a:xfrm>
                <a:off x="1066" y="2432"/>
                <a:ext cx="272" cy="231"/>
              </a:xfrm>
              <a:prstGeom prst="rect">
                <a:avLst/>
              </a:prstGeom>
              <a:noFill/>
              <a:ln w="9525">
                <a:noFill/>
                <a:miter lim="800000"/>
                <a:headEnd/>
                <a:tailEnd/>
              </a:ln>
              <a:effectLst/>
            </p:spPr>
            <p:txBody>
              <a:bodyPr>
                <a:spAutoFit/>
              </a:bodyPr>
              <a:lstStyle/>
              <a:p>
                <a:pPr>
                  <a:spcBef>
                    <a:spcPct val="50000"/>
                  </a:spcBef>
                </a:pPr>
                <a:r>
                  <a:rPr lang="en-US" altLang="zh-CN" dirty="0"/>
                  <a:t>E</a:t>
                </a:r>
              </a:p>
            </p:txBody>
          </p:sp>
        </p:grpSp>
        <p:grpSp>
          <p:nvGrpSpPr>
            <p:cNvPr id="9" name="Group 17"/>
            <p:cNvGrpSpPr>
              <a:grpSpLocks/>
            </p:cNvGrpSpPr>
            <p:nvPr/>
          </p:nvGrpSpPr>
          <p:grpSpPr bwMode="auto">
            <a:xfrm>
              <a:off x="1882" y="2478"/>
              <a:ext cx="318" cy="276"/>
              <a:chOff x="1020" y="2387"/>
              <a:chExt cx="318" cy="276"/>
            </a:xfrm>
          </p:grpSpPr>
          <p:sp>
            <p:nvSpPr>
              <p:cNvPr id="30" name="Oval 18"/>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31" name="Text Box 19"/>
              <p:cNvSpPr txBox="1">
                <a:spLocks noChangeArrowheads="1"/>
              </p:cNvSpPr>
              <p:nvPr/>
            </p:nvSpPr>
            <p:spPr bwMode="auto">
              <a:xfrm>
                <a:off x="1066" y="2432"/>
                <a:ext cx="272" cy="231"/>
              </a:xfrm>
              <a:prstGeom prst="rect">
                <a:avLst/>
              </a:prstGeom>
              <a:noFill/>
              <a:ln w="9525">
                <a:noFill/>
                <a:miter lim="800000"/>
                <a:headEnd/>
                <a:tailEnd/>
              </a:ln>
              <a:effectLst/>
            </p:spPr>
            <p:txBody>
              <a:bodyPr>
                <a:spAutoFit/>
              </a:bodyPr>
              <a:lstStyle/>
              <a:p>
                <a:pPr>
                  <a:spcBef>
                    <a:spcPct val="50000"/>
                  </a:spcBef>
                </a:pPr>
                <a:r>
                  <a:rPr lang="en-US" altLang="zh-CN" dirty="0"/>
                  <a:t>D</a:t>
                </a:r>
              </a:p>
            </p:txBody>
          </p:sp>
        </p:grpSp>
        <p:grpSp>
          <p:nvGrpSpPr>
            <p:cNvPr id="10" name="Group 20"/>
            <p:cNvGrpSpPr>
              <a:grpSpLocks/>
            </p:cNvGrpSpPr>
            <p:nvPr/>
          </p:nvGrpSpPr>
          <p:grpSpPr bwMode="auto">
            <a:xfrm>
              <a:off x="975" y="3018"/>
              <a:ext cx="318" cy="276"/>
              <a:chOff x="1020" y="2387"/>
              <a:chExt cx="318" cy="276"/>
            </a:xfrm>
          </p:grpSpPr>
          <p:sp>
            <p:nvSpPr>
              <p:cNvPr id="28" name="Oval 21"/>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29" name="Text Box 22"/>
              <p:cNvSpPr txBox="1">
                <a:spLocks noChangeArrowheads="1"/>
              </p:cNvSpPr>
              <p:nvPr/>
            </p:nvSpPr>
            <p:spPr bwMode="auto">
              <a:xfrm>
                <a:off x="1066" y="2432"/>
                <a:ext cx="272" cy="231"/>
              </a:xfrm>
              <a:prstGeom prst="rect">
                <a:avLst/>
              </a:prstGeom>
              <a:noFill/>
              <a:ln w="9525">
                <a:noFill/>
                <a:miter lim="800000"/>
                <a:headEnd/>
                <a:tailEnd/>
              </a:ln>
              <a:effectLst/>
            </p:spPr>
            <p:txBody>
              <a:bodyPr>
                <a:spAutoFit/>
              </a:bodyPr>
              <a:lstStyle/>
              <a:p>
                <a:pPr>
                  <a:spcBef>
                    <a:spcPct val="50000"/>
                  </a:spcBef>
                </a:pPr>
                <a:r>
                  <a:rPr lang="en-US" altLang="zh-CN" dirty="0"/>
                  <a:t>F</a:t>
                </a:r>
              </a:p>
            </p:txBody>
          </p:sp>
        </p:grpSp>
        <p:grpSp>
          <p:nvGrpSpPr>
            <p:cNvPr id="11" name="Group 23"/>
            <p:cNvGrpSpPr>
              <a:grpSpLocks/>
            </p:cNvGrpSpPr>
            <p:nvPr/>
          </p:nvGrpSpPr>
          <p:grpSpPr bwMode="auto">
            <a:xfrm>
              <a:off x="1882" y="3022"/>
              <a:ext cx="318" cy="276"/>
              <a:chOff x="1020" y="2387"/>
              <a:chExt cx="318" cy="276"/>
            </a:xfrm>
          </p:grpSpPr>
          <p:sp>
            <p:nvSpPr>
              <p:cNvPr id="26" name="Oval 24"/>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27" name="Text Box 25"/>
              <p:cNvSpPr txBox="1">
                <a:spLocks noChangeArrowheads="1"/>
              </p:cNvSpPr>
              <p:nvPr/>
            </p:nvSpPr>
            <p:spPr bwMode="auto">
              <a:xfrm>
                <a:off x="1066" y="2432"/>
                <a:ext cx="272" cy="231"/>
              </a:xfrm>
              <a:prstGeom prst="rect">
                <a:avLst/>
              </a:prstGeom>
              <a:noFill/>
              <a:ln w="9525">
                <a:noFill/>
                <a:miter lim="800000"/>
                <a:headEnd/>
                <a:tailEnd/>
              </a:ln>
              <a:effectLst/>
            </p:spPr>
            <p:txBody>
              <a:bodyPr>
                <a:spAutoFit/>
              </a:bodyPr>
              <a:lstStyle/>
              <a:p>
                <a:pPr>
                  <a:spcBef>
                    <a:spcPct val="50000"/>
                  </a:spcBef>
                </a:pPr>
                <a:r>
                  <a:rPr lang="en-US" altLang="zh-CN" dirty="0"/>
                  <a:t>G</a:t>
                </a:r>
              </a:p>
            </p:txBody>
          </p:sp>
        </p:grpSp>
        <p:grpSp>
          <p:nvGrpSpPr>
            <p:cNvPr id="12" name="Group 26"/>
            <p:cNvGrpSpPr>
              <a:grpSpLocks/>
            </p:cNvGrpSpPr>
            <p:nvPr/>
          </p:nvGrpSpPr>
          <p:grpSpPr bwMode="auto">
            <a:xfrm>
              <a:off x="1473" y="3521"/>
              <a:ext cx="318" cy="276"/>
              <a:chOff x="1020" y="2387"/>
              <a:chExt cx="318" cy="276"/>
            </a:xfrm>
          </p:grpSpPr>
          <p:sp>
            <p:nvSpPr>
              <p:cNvPr id="24" name="Oval 27"/>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25" name="Text Box 28"/>
              <p:cNvSpPr txBox="1">
                <a:spLocks noChangeArrowheads="1"/>
              </p:cNvSpPr>
              <p:nvPr/>
            </p:nvSpPr>
            <p:spPr bwMode="auto">
              <a:xfrm>
                <a:off x="1066" y="2432"/>
                <a:ext cx="272" cy="231"/>
              </a:xfrm>
              <a:prstGeom prst="rect">
                <a:avLst/>
              </a:prstGeom>
              <a:noFill/>
              <a:ln w="9525">
                <a:noFill/>
                <a:miter lim="800000"/>
                <a:headEnd/>
                <a:tailEnd/>
              </a:ln>
              <a:effectLst/>
            </p:spPr>
            <p:txBody>
              <a:bodyPr>
                <a:spAutoFit/>
              </a:bodyPr>
              <a:lstStyle/>
              <a:p>
                <a:pPr>
                  <a:spcBef>
                    <a:spcPct val="50000"/>
                  </a:spcBef>
                </a:pPr>
                <a:r>
                  <a:rPr lang="en-US" altLang="zh-CN" dirty="0"/>
                  <a:t>H</a:t>
                </a:r>
              </a:p>
            </p:txBody>
          </p:sp>
        </p:grpSp>
        <p:grpSp>
          <p:nvGrpSpPr>
            <p:cNvPr id="13" name="Group 29"/>
            <p:cNvGrpSpPr>
              <a:grpSpLocks/>
            </p:cNvGrpSpPr>
            <p:nvPr/>
          </p:nvGrpSpPr>
          <p:grpSpPr bwMode="auto">
            <a:xfrm>
              <a:off x="2336" y="3521"/>
              <a:ext cx="318" cy="276"/>
              <a:chOff x="1020" y="2387"/>
              <a:chExt cx="318" cy="276"/>
            </a:xfrm>
          </p:grpSpPr>
          <p:sp>
            <p:nvSpPr>
              <p:cNvPr id="22" name="Oval 30"/>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23" name="Text Box 31"/>
              <p:cNvSpPr txBox="1">
                <a:spLocks noChangeArrowheads="1"/>
              </p:cNvSpPr>
              <p:nvPr/>
            </p:nvSpPr>
            <p:spPr bwMode="auto">
              <a:xfrm>
                <a:off x="1066" y="2432"/>
                <a:ext cx="272" cy="231"/>
              </a:xfrm>
              <a:prstGeom prst="rect">
                <a:avLst/>
              </a:prstGeom>
              <a:noFill/>
              <a:ln w="9525">
                <a:noFill/>
                <a:miter lim="800000"/>
                <a:headEnd/>
                <a:tailEnd/>
              </a:ln>
              <a:effectLst/>
            </p:spPr>
            <p:txBody>
              <a:bodyPr>
                <a:spAutoFit/>
              </a:bodyPr>
              <a:lstStyle/>
              <a:p>
                <a:pPr>
                  <a:spcBef>
                    <a:spcPct val="50000"/>
                  </a:spcBef>
                </a:pPr>
                <a:r>
                  <a:rPr lang="en-US" altLang="zh-CN" dirty="0"/>
                  <a:t>I</a:t>
                </a:r>
              </a:p>
            </p:txBody>
          </p:sp>
        </p:grpSp>
        <p:sp>
          <p:nvSpPr>
            <p:cNvPr id="14" name="Line 32"/>
            <p:cNvSpPr>
              <a:spLocks noChangeShapeType="1"/>
            </p:cNvSpPr>
            <p:nvPr/>
          </p:nvSpPr>
          <p:spPr bwMode="auto">
            <a:xfrm flipH="1">
              <a:off x="1066" y="2115"/>
              <a:ext cx="317" cy="408"/>
            </a:xfrm>
            <a:prstGeom prst="line">
              <a:avLst/>
            </a:prstGeom>
            <a:noFill/>
            <a:ln w="9525">
              <a:solidFill>
                <a:schemeClr val="tx1"/>
              </a:solidFill>
              <a:round/>
              <a:headEnd/>
              <a:tailEnd/>
            </a:ln>
            <a:effectLst/>
          </p:spPr>
          <p:txBody>
            <a:bodyPr/>
            <a:lstStyle/>
            <a:p>
              <a:endParaRPr lang="zh-CN" altLang="en-US"/>
            </a:p>
          </p:txBody>
        </p:sp>
        <p:sp>
          <p:nvSpPr>
            <p:cNvPr id="15" name="Line 33"/>
            <p:cNvSpPr>
              <a:spLocks noChangeShapeType="1"/>
            </p:cNvSpPr>
            <p:nvPr/>
          </p:nvSpPr>
          <p:spPr bwMode="auto">
            <a:xfrm>
              <a:off x="1474" y="2115"/>
              <a:ext cx="45" cy="363"/>
            </a:xfrm>
            <a:prstGeom prst="line">
              <a:avLst/>
            </a:prstGeom>
            <a:noFill/>
            <a:ln w="9525">
              <a:solidFill>
                <a:schemeClr val="tx1"/>
              </a:solidFill>
              <a:round/>
              <a:headEnd/>
              <a:tailEnd/>
            </a:ln>
            <a:effectLst/>
          </p:spPr>
          <p:txBody>
            <a:bodyPr/>
            <a:lstStyle/>
            <a:p>
              <a:endParaRPr lang="zh-CN" altLang="en-US"/>
            </a:p>
          </p:txBody>
        </p:sp>
        <p:sp>
          <p:nvSpPr>
            <p:cNvPr id="16" name="Line 34"/>
            <p:cNvSpPr>
              <a:spLocks noChangeShapeType="1"/>
            </p:cNvSpPr>
            <p:nvPr/>
          </p:nvSpPr>
          <p:spPr bwMode="auto">
            <a:xfrm>
              <a:off x="1565" y="2115"/>
              <a:ext cx="453" cy="363"/>
            </a:xfrm>
            <a:prstGeom prst="line">
              <a:avLst/>
            </a:prstGeom>
            <a:noFill/>
            <a:ln w="9525">
              <a:solidFill>
                <a:schemeClr val="tx1"/>
              </a:solidFill>
              <a:round/>
              <a:headEnd/>
              <a:tailEnd/>
            </a:ln>
            <a:effectLst/>
          </p:spPr>
          <p:txBody>
            <a:bodyPr/>
            <a:lstStyle/>
            <a:p>
              <a:endParaRPr lang="zh-CN" altLang="en-US"/>
            </a:p>
          </p:txBody>
        </p:sp>
        <p:sp>
          <p:nvSpPr>
            <p:cNvPr id="17" name="Line 35"/>
            <p:cNvSpPr>
              <a:spLocks noChangeShapeType="1"/>
            </p:cNvSpPr>
            <p:nvPr/>
          </p:nvSpPr>
          <p:spPr bwMode="auto">
            <a:xfrm flipH="1">
              <a:off x="567" y="2704"/>
              <a:ext cx="317" cy="318"/>
            </a:xfrm>
            <a:prstGeom prst="line">
              <a:avLst/>
            </a:prstGeom>
            <a:noFill/>
            <a:ln w="9525">
              <a:solidFill>
                <a:schemeClr val="tx1"/>
              </a:solidFill>
              <a:round/>
              <a:headEnd/>
              <a:tailEnd/>
            </a:ln>
            <a:effectLst/>
          </p:spPr>
          <p:txBody>
            <a:bodyPr/>
            <a:lstStyle/>
            <a:p>
              <a:endParaRPr lang="zh-CN" altLang="en-US"/>
            </a:p>
          </p:txBody>
        </p:sp>
        <p:sp>
          <p:nvSpPr>
            <p:cNvPr id="18" name="Line 36"/>
            <p:cNvSpPr>
              <a:spLocks noChangeShapeType="1"/>
            </p:cNvSpPr>
            <p:nvPr/>
          </p:nvSpPr>
          <p:spPr bwMode="auto">
            <a:xfrm>
              <a:off x="1020" y="2750"/>
              <a:ext cx="182" cy="272"/>
            </a:xfrm>
            <a:prstGeom prst="line">
              <a:avLst/>
            </a:prstGeom>
            <a:noFill/>
            <a:ln w="9525">
              <a:solidFill>
                <a:schemeClr val="tx1"/>
              </a:solidFill>
              <a:round/>
              <a:headEnd/>
              <a:tailEnd/>
            </a:ln>
            <a:effectLst/>
          </p:spPr>
          <p:txBody>
            <a:bodyPr/>
            <a:lstStyle/>
            <a:p>
              <a:endParaRPr lang="zh-CN" altLang="en-US"/>
            </a:p>
          </p:txBody>
        </p:sp>
        <p:sp>
          <p:nvSpPr>
            <p:cNvPr id="19" name="Line 37"/>
            <p:cNvSpPr>
              <a:spLocks noChangeShapeType="1"/>
            </p:cNvSpPr>
            <p:nvPr/>
          </p:nvSpPr>
          <p:spPr bwMode="auto">
            <a:xfrm>
              <a:off x="2018" y="2750"/>
              <a:ext cx="0" cy="226"/>
            </a:xfrm>
            <a:prstGeom prst="line">
              <a:avLst/>
            </a:prstGeom>
            <a:noFill/>
            <a:ln w="9525">
              <a:solidFill>
                <a:schemeClr val="tx1"/>
              </a:solidFill>
              <a:round/>
              <a:headEnd/>
              <a:tailEnd/>
            </a:ln>
            <a:effectLst/>
          </p:spPr>
          <p:txBody>
            <a:bodyPr/>
            <a:lstStyle/>
            <a:p>
              <a:endParaRPr lang="zh-CN" altLang="en-US"/>
            </a:p>
          </p:txBody>
        </p:sp>
        <p:sp>
          <p:nvSpPr>
            <p:cNvPr id="20" name="Line 38"/>
            <p:cNvSpPr>
              <a:spLocks noChangeShapeType="1"/>
            </p:cNvSpPr>
            <p:nvPr/>
          </p:nvSpPr>
          <p:spPr bwMode="auto">
            <a:xfrm flipH="1">
              <a:off x="1746" y="3249"/>
              <a:ext cx="272" cy="272"/>
            </a:xfrm>
            <a:prstGeom prst="line">
              <a:avLst/>
            </a:prstGeom>
            <a:noFill/>
            <a:ln w="9525">
              <a:solidFill>
                <a:schemeClr val="tx1"/>
              </a:solidFill>
              <a:round/>
              <a:headEnd/>
              <a:tailEnd/>
            </a:ln>
            <a:effectLst/>
          </p:spPr>
          <p:txBody>
            <a:bodyPr/>
            <a:lstStyle/>
            <a:p>
              <a:endParaRPr lang="zh-CN" altLang="en-US"/>
            </a:p>
          </p:txBody>
        </p:sp>
        <p:sp>
          <p:nvSpPr>
            <p:cNvPr id="21" name="Line 39"/>
            <p:cNvSpPr>
              <a:spLocks noChangeShapeType="1"/>
            </p:cNvSpPr>
            <p:nvPr/>
          </p:nvSpPr>
          <p:spPr bwMode="auto">
            <a:xfrm>
              <a:off x="2109" y="3294"/>
              <a:ext cx="227" cy="272"/>
            </a:xfrm>
            <a:prstGeom prst="line">
              <a:avLst/>
            </a:prstGeom>
            <a:noFill/>
            <a:ln w="9525">
              <a:solidFill>
                <a:schemeClr val="tx1"/>
              </a:solidFill>
              <a:round/>
              <a:headEnd/>
              <a:tailEnd/>
            </a:ln>
            <a:effectLst/>
          </p:spPr>
          <p:txBody>
            <a:bodyPr/>
            <a:lstStyle/>
            <a:p>
              <a:endParaRPr lang="zh-CN" altLang="en-US"/>
            </a:p>
          </p:txBody>
        </p:sp>
      </p:grpSp>
      <p:graphicFrame>
        <p:nvGraphicFramePr>
          <p:cNvPr id="40" name="表格 39"/>
          <p:cNvGraphicFramePr>
            <a:graphicFrameLocks noGrp="1"/>
          </p:cNvGraphicFramePr>
          <p:nvPr/>
        </p:nvGraphicFramePr>
        <p:xfrm>
          <a:off x="6381752" y="1493676"/>
          <a:ext cx="3500460" cy="4935720"/>
        </p:xfrm>
        <a:graphic>
          <a:graphicData uri="http://schemas.openxmlformats.org/drawingml/2006/table">
            <a:tbl>
              <a:tblPr firstRow="1" bandRow="1">
                <a:tableStyleId>{5C22544A-7EE6-4342-B048-85BDC9FD1C3A}</a:tableStyleId>
              </a:tblPr>
              <a:tblGrid>
                <a:gridCol w="1166820">
                  <a:extLst>
                    <a:ext uri="{9D8B030D-6E8A-4147-A177-3AD203B41FA5}">
                      <a16:colId xmlns:a16="http://schemas.microsoft.com/office/drawing/2014/main" val="20000"/>
                    </a:ext>
                  </a:extLst>
                </a:gridCol>
                <a:gridCol w="1166820">
                  <a:extLst>
                    <a:ext uri="{9D8B030D-6E8A-4147-A177-3AD203B41FA5}">
                      <a16:colId xmlns:a16="http://schemas.microsoft.com/office/drawing/2014/main" val="20001"/>
                    </a:ext>
                  </a:extLst>
                </a:gridCol>
                <a:gridCol w="1166820">
                  <a:extLst>
                    <a:ext uri="{9D8B030D-6E8A-4147-A177-3AD203B41FA5}">
                      <a16:colId xmlns:a16="http://schemas.microsoft.com/office/drawing/2014/main" val="20002"/>
                    </a:ext>
                  </a:extLst>
                </a:gridCol>
              </a:tblGrid>
              <a:tr h="493572">
                <a:tc>
                  <a:txBody>
                    <a:bodyPr/>
                    <a:lstStyle/>
                    <a:p>
                      <a:r>
                        <a:rPr lang="en-US" altLang="zh-CN" dirty="0" smtClean="0">
                          <a:solidFill>
                            <a:schemeClr val="tx1"/>
                          </a:solidFill>
                        </a:rPr>
                        <a:t>index</a:t>
                      </a:r>
                      <a:endParaRPr lang="zh-CN" altLang="en-US" dirty="0">
                        <a:solidFill>
                          <a:schemeClr val="tx1"/>
                        </a:solidFill>
                      </a:endParaRPr>
                    </a:p>
                  </a:txBody>
                  <a:tcPr/>
                </a:tc>
                <a:tc>
                  <a:txBody>
                    <a:bodyPr/>
                    <a:lstStyle/>
                    <a:p>
                      <a:r>
                        <a:rPr lang="en-US" altLang="zh-CN" dirty="0" smtClean="0">
                          <a:solidFill>
                            <a:schemeClr val="tx1"/>
                          </a:solidFill>
                        </a:rPr>
                        <a:t>data</a:t>
                      </a:r>
                      <a:endParaRPr lang="zh-CN" altLang="en-US" dirty="0">
                        <a:solidFill>
                          <a:schemeClr val="tx1"/>
                        </a:solidFill>
                      </a:endParaRPr>
                    </a:p>
                  </a:txBody>
                  <a:tcPr/>
                </a:tc>
                <a:tc>
                  <a:txBody>
                    <a:bodyPr/>
                    <a:lstStyle/>
                    <a:p>
                      <a:r>
                        <a:rPr lang="en-US" altLang="zh-CN" dirty="0" smtClean="0">
                          <a:solidFill>
                            <a:schemeClr val="tx1"/>
                          </a:solidFill>
                        </a:rPr>
                        <a:t>parent</a:t>
                      </a:r>
                      <a:endParaRPr lang="zh-CN" altLang="en-US" dirty="0">
                        <a:solidFill>
                          <a:schemeClr val="tx1"/>
                        </a:solidFill>
                      </a:endParaRPr>
                    </a:p>
                  </a:txBody>
                  <a:tcPr/>
                </a:tc>
                <a:extLst>
                  <a:ext uri="{0D108BD9-81ED-4DB2-BD59-A6C34878D82A}">
                    <a16:rowId xmlns:a16="http://schemas.microsoft.com/office/drawing/2014/main" val="10000"/>
                  </a:ext>
                </a:extLst>
              </a:tr>
              <a:tr h="493572">
                <a:tc>
                  <a:txBody>
                    <a:bodyPr/>
                    <a:lstStyle/>
                    <a:p>
                      <a:r>
                        <a:rPr lang="en-US" altLang="zh-CN" dirty="0" smtClean="0">
                          <a:solidFill>
                            <a:schemeClr val="tx1"/>
                          </a:solidFill>
                        </a:rPr>
                        <a:t>0</a:t>
                      </a:r>
                      <a:endParaRPr lang="zh-CN" altLang="en-US" dirty="0">
                        <a:solidFill>
                          <a:schemeClr val="tx1"/>
                        </a:solidFill>
                      </a:endParaRPr>
                    </a:p>
                  </a:txBody>
                  <a:tcPr/>
                </a:tc>
                <a:tc>
                  <a:txBody>
                    <a:bodyPr/>
                    <a:lstStyle/>
                    <a:p>
                      <a:r>
                        <a:rPr lang="en-US" altLang="zh-CN" dirty="0" smtClean="0">
                          <a:solidFill>
                            <a:schemeClr val="tx1"/>
                          </a:solidFill>
                        </a:rPr>
                        <a:t>A</a:t>
                      </a:r>
                      <a:endParaRPr lang="zh-CN" altLang="en-US" dirty="0">
                        <a:solidFill>
                          <a:schemeClr val="tx1"/>
                        </a:solidFill>
                      </a:endParaRPr>
                    </a:p>
                  </a:txBody>
                  <a:tcPr/>
                </a:tc>
                <a:tc>
                  <a:txBody>
                    <a:bodyPr/>
                    <a:lstStyle/>
                    <a:p>
                      <a:r>
                        <a:rPr lang="en-US" altLang="zh-CN" dirty="0" smtClean="0">
                          <a:solidFill>
                            <a:schemeClr val="tx1"/>
                          </a:solidFill>
                        </a:rPr>
                        <a:t>-1</a:t>
                      </a:r>
                      <a:endParaRPr lang="zh-CN" altLang="en-US" dirty="0">
                        <a:solidFill>
                          <a:schemeClr val="tx1"/>
                        </a:solidFill>
                      </a:endParaRPr>
                    </a:p>
                  </a:txBody>
                  <a:tcPr/>
                </a:tc>
                <a:extLst>
                  <a:ext uri="{0D108BD9-81ED-4DB2-BD59-A6C34878D82A}">
                    <a16:rowId xmlns:a16="http://schemas.microsoft.com/office/drawing/2014/main" val="10001"/>
                  </a:ext>
                </a:extLst>
              </a:tr>
              <a:tr h="493572">
                <a:tc>
                  <a:txBody>
                    <a:bodyPr/>
                    <a:lstStyle/>
                    <a:p>
                      <a:r>
                        <a:rPr lang="en-US" altLang="zh-CN" dirty="0" smtClean="0">
                          <a:solidFill>
                            <a:schemeClr val="tx1"/>
                          </a:solidFill>
                        </a:rPr>
                        <a:t>1</a:t>
                      </a:r>
                      <a:endParaRPr lang="zh-CN" altLang="en-US" dirty="0">
                        <a:solidFill>
                          <a:schemeClr val="tx1"/>
                        </a:solidFill>
                      </a:endParaRPr>
                    </a:p>
                  </a:txBody>
                  <a:tcPr/>
                </a:tc>
                <a:tc>
                  <a:txBody>
                    <a:bodyPr/>
                    <a:lstStyle/>
                    <a:p>
                      <a:r>
                        <a:rPr lang="en-US" altLang="zh-CN" dirty="0" smtClean="0">
                          <a:solidFill>
                            <a:schemeClr val="tx1"/>
                          </a:solidFill>
                        </a:rPr>
                        <a:t>B</a:t>
                      </a:r>
                      <a:endParaRPr lang="zh-CN" altLang="en-US" dirty="0">
                        <a:solidFill>
                          <a:schemeClr val="tx1"/>
                        </a:solidFill>
                      </a:endParaRPr>
                    </a:p>
                  </a:txBody>
                  <a:tcPr/>
                </a:tc>
                <a:tc>
                  <a:txBody>
                    <a:bodyPr/>
                    <a:lstStyle/>
                    <a:p>
                      <a:r>
                        <a:rPr lang="en-US" altLang="zh-CN" dirty="0" smtClean="0">
                          <a:solidFill>
                            <a:schemeClr val="tx1"/>
                          </a:solidFill>
                        </a:rPr>
                        <a:t>0</a:t>
                      </a:r>
                      <a:endParaRPr lang="zh-CN" altLang="en-US" dirty="0">
                        <a:solidFill>
                          <a:schemeClr val="tx1"/>
                        </a:solidFill>
                      </a:endParaRPr>
                    </a:p>
                  </a:txBody>
                  <a:tcPr/>
                </a:tc>
                <a:extLst>
                  <a:ext uri="{0D108BD9-81ED-4DB2-BD59-A6C34878D82A}">
                    <a16:rowId xmlns:a16="http://schemas.microsoft.com/office/drawing/2014/main" val="10002"/>
                  </a:ext>
                </a:extLst>
              </a:tr>
              <a:tr h="493572">
                <a:tc>
                  <a:txBody>
                    <a:bodyPr/>
                    <a:lstStyle/>
                    <a:p>
                      <a:r>
                        <a:rPr lang="en-US" altLang="zh-CN" dirty="0" smtClean="0">
                          <a:solidFill>
                            <a:schemeClr val="tx1"/>
                          </a:solidFill>
                        </a:rPr>
                        <a:t>2</a:t>
                      </a:r>
                      <a:endParaRPr lang="zh-CN" altLang="en-US" dirty="0">
                        <a:solidFill>
                          <a:schemeClr val="tx1"/>
                        </a:solidFill>
                      </a:endParaRPr>
                    </a:p>
                  </a:txBody>
                  <a:tcPr/>
                </a:tc>
                <a:tc>
                  <a:txBody>
                    <a:bodyPr/>
                    <a:lstStyle/>
                    <a:p>
                      <a:r>
                        <a:rPr lang="en-US" altLang="zh-CN" dirty="0" smtClean="0">
                          <a:solidFill>
                            <a:schemeClr val="tx1"/>
                          </a:solidFill>
                        </a:rPr>
                        <a:t>C</a:t>
                      </a:r>
                      <a:endParaRPr lang="zh-CN" altLang="en-US" dirty="0">
                        <a:solidFill>
                          <a:schemeClr val="tx1"/>
                        </a:solidFill>
                      </a:endParaRPr>
                    </a:p>
                  </a:txBody>
                  <a:tcPr/>
                </a:tc>
                <a:tc>
                  <a:txBody>
                    <a:bodyPr/>
                    <a:lstStyle/>
                    <a:p>
                      <a:r>
                        <a:rPr lang="en-US" altLang="zh-CN" dirty="0" smtClean="0">
                          <a:solidFill>
                            <a:schemeClr val="tx1"/>
                          </a:solidFill>
                        </a:rPr>
                        <a:t>0</a:t>
                      </a:r>
                      <a:endParaRPr lang="zh-CN" altLang="en-US" dirty="0">
                        <a:solidFill>
                          <a:schemeClr val="tx1"/>
                        </a:solidFill>
                      </a:endParaRPr>
                    </a:p>
                  </a:txBody>
                  <a:tcPr/>
                </a:tc>
                <a:extLst>
                  <a:ext uri="{0D108BD9-81ED-4DB2-BD59-A6C34878D82A}">
                    <a16:rowId xmlns:a16="http://schemas.microsoft.com/office/drawing/2014/main" val="10003"/>
                  </a:ext>
                </a:extLst>
              </a:tr>
              <a:tr h="493572">
                <a:tc>
                  <a:txBody>
                    <a:bodyPr/>
                    <a:lstStyle/>
                    <a:p>
                      <a:r>
                        <a:rPr lang="en-US" altLang="zh-CN" dirty="0" smtClean="0">
                          <a:solidFill>
                            <a:schemeClr val="tx1"/>
                          </a:solidFill>
                        </a:rPr>
                        <a:t>3</a:t>
                      </a:r>
                      <a:endParaRPr lang="zh-CN" altLang="en-US" dirty="0">
                        <a:solidFill>
                          <a:schemeClr val="tx1"/>
                        </a:solidFill>
                      </a:endParaRPr>
                    </a:p>
                  </a:txBody>
                  <a:tcPr/>
                </a:tc>
                <a:tc>
                  <a:txBody>
                    <a:bodyPr/>
                    <a:lstStyle/>
                    <a:p>
                      <a:r>
                        <a:rPr lang="en-US" altLang="zh-CN" dirty="0" smtClean="0">
                          <a:solidFill>
                            <a:schemeClr val="tx1"/>
                          </a:solidFill>
                        </a:rPr>
                        <a:t>D</a:t>
                      </a:r>
                      <a:endParaRPr lang="zh-CN" altLang="en-US" dirty="0">
                        <a:solidFill>
                          <a:schemeClr val="tx1"/>
                        </a:solidFill>
                      </a:endParaRPr>
                    </a:p>
                  </a:txBody>
                  <a:tcPr/>
                </a:tc>
                <a:tc>
                  <a:txBody>
                    <a:bodyPr/>
                    <a:lstStyle/>
                    <a:p>
                      <a:r>
                        <a:rPr lang="en-US" altLang="zh-CN" dirty="0" smtClean="0">
                          <a:solidFill>
                            <a:schemeClr val="tx1"/>
                          </a:solidFill>
                        </a:rPr>
                        <a:t>0</a:t>
                      </a:r>
                      <a:endParaRPr lang="zh-CN" altLang="en-US" dirty="0">
                        <a:solidFill>
                          <a:schemeClr val="tx1"/>
                        </a:solidFill>
                      </a:endParaRPr>
                    </a:p>
                  </a:txBody>
                  <a:tcPr/>
                </a:tc>
                <a:extLst>
                  <a:ext uri="{0D108BD9-81ED-4DB2-BD59-A6C34878D82A}">
                    <a16:rowId xmlns:a16="http://schemas.microsoft.com/office/drawing/2014/main" val="10004"/>
                  </a:ext>
                </a:extLst>
              </a:tr>
              <a:tr h="493572">
                <a:tc>
                  <a:txBody>
                    <a:bodyPr/>
                    <a:lstStyle/>
                    <a:p>
                      <a:r>
                        <a:rPr lang="en-US" altLang="zh-CN" dirty="0" smtClean="0">
                          <a:solidFill>
                            <a:schemeClr val="tx1"/>
                          </a:solidFill>
                        </a:rPr>
                        <a:t>4</a:t>
                      </a:r>
                      <a:endParaRPr lang="zh-CN" altLang="en-US" dirty="0">
                        <a:solidFill>
                          <a:schemeClr val="tx1"/>
                        </a:solidFill>
                      </a:endParaRPr>
                    </a:p>
                  </a:txBody>
                  <a:tcPr/>
                </a:tc>
                <a:tc>
                  <a:txBody>
                    <a:bodyPr/>
                    <a:lstStyle/>
                    <a:p>
                      <a:r>
                        <a:rPr lang="en-US" altLang="zh-CN" dirty="0" smtClean="0">
                          <a:solidFill>
                            <a:schemeClr val="tx1"/>
                          </a:solidFill>
                        </a:rPr>
                        <a:t>E</a:t>
                      </a:r>
                      <a:endParaRPr lang="zh-CN" altLang="en-US" dirty="0">
                        <a:solidFill>
                          <a:schemeClr val="tx1"/>
                        </a:solidFill>
                      </a:endParaRPr>
                    </a:p>
                  </a:txBody>
                  <a:tcPr/>
                </a:tc>
                <a:tc>
                  <a:txBody>
                    <a:bodyPr/>
                    <a:lstStyle/>
                    <a:p>
                      <a:r>
                        <a:rPr lang="en-US" altLang="zh-CN" dirty="0" smtClean="0">
                          <a:solidFill>
                            <a:schemeClr val="tx1"/>
                          </a:solidFill>
                        </a:rPr>
                        <a:t>1</a:t>
                      </a:r>
                      <a:endParaRPr lang="zh-CN" altLang="en-US" dirty="0">
                        <a:solidFill>
                          <a:schemeClr val="tx1"/>
                        </a:solidFill>
                      </a:endParaRPr>
                    </a:p>
                  </a:txBody>
                  <a:tcPr/>
                </a:tc>
                <a:extLst>
                  <a:ext uri="{0D108BD9-81ED-4DB2-BD59-A6C34878D82A}">
                    <a16:rowId xmlns:a16="http://schemas.microsoft.com/office/drawing/2014/main" val="10005"/>
                  </a:ext>
                </a:extLst>
              </a:tr>
              <a:tr h="493572">
                <a:tc>
                  <a:txBody>
                    <a:bodyPr/>
                    <a:lstStyle/>
                    <a:p>
                      <a:r>
                        <a:rPr lang="en-US" altLang="zh-CN" dirty="0" smtClean="0">
                          <a:solidFill>
                            <a:schemeClr val="tx1"/>
                          </a:solidFill>
                        </a:rPr>
                        <a:t>5</a:t>
                      </a:r>
                      <a:endParaRPr lang="zh-CN" altLang="en-US" dirty="0">
                        <a:solidFill>
                          <a:schemeClr val="tx1"/>
                        </a:solidFill>
                      </a:endParaRPr>
                    </a:p>
                  </a:txBody>
                  <a:tcPr/>
                </a:tc>
                <a:tc>
                  <a:txBody>
                    <a:bodyPr/>
                    <a:lstStyle/>
                    <a:p>
                      <a:r>
                        <a:rPr lang="en-US" altLang="zh-CN" dirty="0" smtClean="0">
                          <a:solidFill>
                            <a:schemeClr val="tx1"/>
                          </a:solidFill>
                        </a:rPr>
                        <a:t>F</a:t>
                      </a:r>
                      <a:endParaRPr lang="zh-CN" altLang="en-US" dirty="0">
                        <a:solidFill>
                          <a:schemeClr val="tx1"/>
                        </a:solidFill>
                      </a:endParaRPr>
                    </a:p>
                  </a:txBody>
                  <a:tcPr/>
                </a:tc>
                <a:tc>
                  <a:txBody>
                    <a:bodyPr/>
                    <a:lstStyle/>
                    <a:p>
                      <a:r>
                        <a:rPr lang="en-US" altLang="zh-CN" dirty="0" smtClean="0">
                          <a:solidFill>
                            <a:schemeClr val="tx1"/>
                          </a:solidFill>
                        </a:rPr>
                        <a:t>1</a:t>
                      </a:r>
                      <a:endParaRPr lang="zh-CN" altLang="en-US" dirty="0">
                        <a:solidFill>
                          <a:schemeClr val="tx1"/>
                        </a:solidFill>
                      </a:endParaRPr>
                    </a:p>
                  </a:txBody>
                  <a:tcPr/>
                </a:tc>
                <a:extLst>
                  <a:ext uri="{0D108BD9-81ED-4DB2-BD59-A6C34878D82A}">
                    <a16:rowId xmlns:a16="http://schemas.microsoft.com/office/drawing/2014/main" val="10006"/>
                  </a:ext>
                </a:extLst>
              </a:tr>
              <a:tr h="493572">
                <a:tc>
                  <a:txBody>
                    <a:bodyPr/>
                    <a:lstStyle/>
                    <a:p>
                      <a:r>
                        <a:rPr lang="en-US" altLang="zh-CN" dirty="0" smtClean="0">
                          <a:solidFill>
                            <a:schemeClr val="tx1"/>
                          </a:solidFill>
                        </a:rPr>
                        <a:t>6</a:t>
                      </a:r>
                      <a:endParaRPr lang="zh-CN" altLang="en-US" dirty="0">
                        <a:solidFill>
                          <a:schemeClr val="tx1"/>
                        </a:solidFill>
                      </a:endParaRPr>
                    </a:p>
                  </a:txBody>
                  <a:tcPr/>
                </a:tc>
                <a:tc>
                  <a:txBody>
                    <a:bodyPr/>
                    <a:lstStyle/>
                    <a:p>
                      <a:r>
                        <a:rPr lang="en-US" altLang="zh-CN" dirty="0" smtClean="0">
                          <a:solidFill>
                            <a:schemeClr val="tx1"/>
                          </a:solidFill>
                        </a:rPr>
                        <a:t>G</a:t>
                      </a:r>
                      <a:endParaRPr lang="zh-CN" altLang="en-US" dirty="0">
                        <a:solidFill>
                          <a:schemeClr val="tx1"/>
                        </a:solidFill>
                      </a:endParaRPr>
                    </a:p>
                  </a:txBody>
                  <a:tcPr/>
                </a:tc>
                <a:tc>
                  <a:txBody>
                    <a:bodyPr/>
                    <a:lstStyle/>
                    <a:p>
                      <a:r>
                        <a:rPr lang="en-US" altLang="zh-CN" dirty="0" smtClean="0">
                          <a:solidFill>
                            <a:schemeClr val="tx1"/>
                          </a:solidFill>
                        </a:rPr>
                        <a:t>3</a:t>
                      </a:r>
                      <a:endParaRPr lang="zh-CN" altLang="en-US" dirty="0">
                        <a:solidFill>
                          <a:schemeClr val="tx1"/>
                        </a:solidFill>
                      </a:endParaRPr>
                    </a:p>
                  </a:txBody>
                  <a:tcPr/>
                </a:tc>
                <a:extLst>
                  <a:ext uri="{0D108BD9-81ED-4DB2-BD59-A6C34878D82A}">
                    <a16:rowId xmlns:a16="http://schemas.microsoft.com/office/drawing/2014/main" val="10007"/>
                  </a:ext>
                </a:extLst>
              </a:tr>
              <a:tr h="493572">
                <a:tc>
                  <a:txBody>
                    <a:bodyPr/>
                    <a:lstStyle/>
                    <a:p>
                      <a:r>
                        <a:rPr lang="en-US" altLang="zh-CN" dirty="0" smtClean="0">
                          <a:solidFill>
                            <a:schemeClr val="tx1"/>
                          </a:solidFill>
                        </a:rPr>
                        <a:t>7</a:t>
                      </a:r>
                      <a:endParaRPr lang="zh-CN" altLang="en-US" dirty="0">
                        <a:solidFill>
                          <a:schemeClr val="tx1"/>
                        </a:solidFill>
                      </a:endParaRPr>
                    </a:p>
                  </a:txBody>
                  <a:tcPr/>
                </a:tc>
                <a:tc>
                  <a:txBody>
                    <a:bodyPr/>
                    <a:lstStyle/>
                    <a:p>
                      <a:r>
                        <a:rPr lang="en-US" altLang="zh-CN" dirty="0" smtClean="0">
                          <a:solidFill>
                            <a:schemeClr val="tx1"/>
                          </a:solidFill>
                        </a:rPr>
                        <a:t>H</a:t>
                      </a:r>
                      <a:endParaRPr lang="zh-CN" altLang="en-US" dirty="0">
                        <a:solidFill>
                          <a:schemeClr val="tx1"/>
                        </a:solidFill>
                      </a:endParaRPr>
                    </a:p>
                  </a:txBody>
                  <a:tcPr/>
                </a:tc>
                <a:tc>
                  <a:txBody>
                    <a:bodyPr/>
                    <a:lstStyle/>
                    <a:p>
                      <a:r>
                        <a:rPr lang="en-US" altLang="zh-CN" dirty="0" smtClean="0">
                          <a:solidFill>
                            <a:schemeClr val="tx1"/>
                          </a:solidFill>
                        </a:rPr>
                        <a:t>6</a:t>
                      </a:r>
                      <a:endParaRPr lang="zh-CN" altLang="en-US" dirty="0">
                        <a:solidFill>
                          <a:schemeClr val="tx1"/>
                        </a:solidFill>
                      </a:endParaRPr>
                    </a:p>
                  </a:txBody>
                  <a:tcPr/>
                </a:tc>
                <a:extLst>
                  <a:ext uri="{0D108BD9-81ED-4DB2-BD59-A6C34878D82A}">
                    <a16:rowId xmlns:a16="http://schemas.microsoft.com/office/drawing/2014/main" val="10008"/>
                  </a:ext>
                </a:extLst>
              </a:tr>
              <a:tr h="493572">
                <a:tc>
                  <a:txBody>
                    <a:bodyPr/>
                    <a:lstStyle/>
                    <a:p>
                      <a:r>
                        <a:rPr lang="en-US" altLang="zh-CN" dirty="0" smtClean="0">
                          <a:solidFill>
                            <a:schemeClr val="tx1"/>
                          </a:solidFill>
                        </a:rPr>
                        <a:t>8</a:t>
                      </a:r>
                      <a:endParaRPr lang="zh-CN" altLang="en-US" dirty="0">
                        <a:solidFill>
                          <a:schemeClr val="tx1"/>
                        </a:solidFill>
                      </a:endParaRPr>
                    </a:p>
                  </a:txBody>
                  <a:tcPr/>
                </a:tc>
                <a:tc>
                  <a:txBody>
                    <a:bodyPr/>
                    <a:lstStyle/>
                    <a:p>
                      <a:r>
                        <a:rPr lang="en-US" altLang="zh-CN" dirty="0" smtClean="0">
                          <a:solidFill>
                            <a:schemeClr val="tx1"/>
                          </a:solidFill>
                        </a:rPr>
                        <a:t>I</a:t>
                      </a:r>
                      <a:endParaRPr lang="zh-CN" altLang="en-US" dirty="0">
                        <a:solidFill>
                          <a:schemeClr val="tx1"/>
                        </a:solidFill>
                      </a:endParaRPr>
                    </a:p>
                  </a:txBody>
                  <a:tcPr/>
                </a:tc>
                <a:tc>
                  <a:txBody>
                    <a:bodyPr/>
                    <a:lstStyle/>
                    <a:p>
                      <a:r>
                        <a:rPr lang="en-US" altLang="zh-CN" dirty="0" smtClean="0">
                          <a:solidFill>
                            <a:schemeClr val="tx1"/>
                          </a:solidFill>
                        </a:rPr>
                        <a:t>6</a:t>
                      </a:r>
                      <a:endParaRPr lang="zh-CN" altLang="en-US" dirty="0">
                        <a:solidFill>
                          <a:schemeClr val="tx1"/>
                        </a:solidFill>
                      </a:endParaRPr>
                    </a:p>
                  </a:txBody>
                  <a:tcPr/>
                </a:tc>
                <a:extLst>
                  <a:ext uri="{0D108BD9-81ED-4DB2-BD59-A6C34878D82A}">
                    <a16:rowId xmlns:a16="http://schemas.microsoft.com/office/drawing/2014/main" val="10009"/>
                  </a:ext>
                </a:extLst>
              </a:tr>
            </a:tbl>
          </a:graphicData>
        </a:graphic>
      </p:graphicFrame>
      <p:sp>
        <p:nvSpPr>
          <p:cNvPr id="41" name="圆角矩形标注 40"/>
          <p:cNvSpPr/>
          <p:nvPr/>
        </p:nvSpPr>
        <p:spPr>
          <a:xfrm>
            <a:off x="2024034" y="5357826"/>
            <a:ext cx="3929090" cy="928694"/>
          </a:xfrm>
          <a:prstGeom prst="wedgeRoundRectCallout">
            <a:avLst>
              <a:gd name="adj1" fmla="val 48320"/>
              <a:gd name="adj2" fmla="val -91728"/>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rPr>
              <a:t>Easy to get a node’s parent, but difficult to get its children</a:t>
            </a:r>
            <a:endParaRPr lang="zh-CN" altLang="en-US" sz="2000" b="1" dirty="0">
              <a:solidFill>
                <a:schemeClr val="tx1"/>
              </a:solidFill>
            </a:endParaRPr>
          </a:p>
        </p:txBody>
      </p:sp>
    </p:spTree>
    <p:extLst>
      <p:ext uri="{BB962C8B-B14F-4D97-AF65-F5344CB8AC3E}">
        <p14:creationId xmlns:p14="http://schemas.microsoft.com/office/powerpoint/2010/main" val="398779042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Tree Representations</a:t>
            </a:r>
            <a:endParaRPr lang="zh-CN" altLang="en-US" dirty="0"/>
          </a:p>
        </p:txBody>
      </p:sp>
      <p:sp>
        <p:nvSpPr>
          <p:cNvPr id="3" name="内容占位符 2"/>
          <p:cNvSpPr>
            <a:spLocks noGrp="1"/>
          </p:cNvSpPr>
          <p:nvPr>
            <p:ph idx="1"/>
          </p:nvPr>
        </p:nvSpPr>
        <p:spPr/>
        <p:txBody>
          <a:bodyPr/>
          <a:lstStyle/>
          <a:p>
            <a:pPr>
              <a:lnSpc>
                <a:spcPct val="80000"/>
              </a:lnSpc>
              <a:buNone/>
            </a:pPr>
            <a:r>
              <a:rPr lang="en-US" altLang="zh-CN" b="1" dirty="0" smtClean="0">
                <a:latin typeface="Courier New" pitchFamily="49" charset="0"/>
                <a:cs typeface="Courier New" pitchFamily="49" charset="0"/>
              </a:rPr>
              <a:t>/* </a:t>
            </a:r>
            <a:r>
              <a:rPr lang="zh-CN" altLang="en-US" b="1" dirty="0" smtClean="0">
                <a:latin typeface="Courier New" pitchFamily="49" charset="0"/>
                <a:cs typeface="Courier New" pitchFamily="49" charset="0"/>
              </a:rPr>
              <a:t>树的双亲表示法结点结构定义 </a:t>
            </a:r>
            <a:r>
              <a:rPr lang="en-US" altLang="zh-CN" b="1" dirty="0" smtClean="0">
                <a:latin typeface="Courier New" pitchFamily="49" charset="0"/>
                <a:cs typeface="Courier New" pitchFamily="49" charset="0"/>
              </a:rPr>
              <a:t>*/</a:t>
            </a:r>
          </a:p>
          <a:p>
            <a:pPr>
              <a:lnSpc>
                <a:spcPct val="80000"/>
              </a:lnSpc>
              <a:buNone/>
            </a:pPr>
            <a:r>
              <a:rPr lang="en-US" altLang="zh-CN" b="1" dirty="0" smtClean="0">
                <a:latin typeface="Courier New" pitchFamily="49" charset="0"/>
                <a:cs typeface="Courier New" pitchFamily="49" charset="0"/>
              </a:rPr>
              <a:t>#define MAX_TREE_SIZE 100</a:t>
            </a:r>
          </a:p>
          <a:p>
            <a:pPr>
              <a:lnSpc>
                <a:spcPct val="80000"/>
              </a:lnSpc>
              <a:buNone/>
            </a:pPr>
            <a:r>
              <a:rPr lang="en-US" altLang="zh-CN" b="1" dirty="0" err="1" smtClean="0">
                <a:latin typeface="Courier New" pitchFamily="49" charset="0"/>
                <a:cs typeface="Courier New" pitchFamily="49" charset="0"/>
              </a:rPr>
              <a:t>typedef</a:t>
            </a:r>
            <a:r>
              <a:rPr lang="en-US" altLang="zh-CN" b="1" dirty="0" smtClean="0">
                <a:latin typeface="Courier New" pitchFamily="49" charset="0"/>
                <a:cs typeface="Courier New" pitchFamily="49" charset="0"/>
              </a:rPr>
              <a:t> char </a:t>
            </a:r>
            <a:r>
              <a:rPr lang="en-US" altLang="zh-CN" b="1" dirty="0" err="1" smtClean="0">
                <a:latin typeface="Courier New" pitchFamily="49" charset="0"/>
                <a:cs typeface="Courier New" pitchFamily="49" charset="0"/>
              </a:rPr>
              <a:t>TElemType</a:t>
            </a:r>
            <a:r>
              <a:rPr lang="en-US" altLang="zh-CN" b="1" dirty="0" smtClean="0">
                <a:latin typeface="Courier New" pitchFamily="49" charset="0"/>
                <a:cs typeface="Courier New" pitchFamily="49" charset="0"/>
              </a:rPr>
              <a:t>; /* </a:t>
            </a:r>
            <a:r>
              <a:rPr lang="zh-CN" altLang="en-US" b="1" dirty="0" smtClean="0">
                <a:latin typeface="Courier New" pitchFamily="49" charset="0"/>
                <a:cs typeface="Courier New" pitchFamily="49" charset="0"/>
              </a:rPr>
              <a:t>树结点的数据类型 </a:t>
            </a:r>
            <a:r>
              <a:rPr lang="en-US" altLang="zh-CN" b="1" dirty="0" smtClean="0">
                <a:latin typeface="Courier New" pitchFamily="49" charset="0"/>
                <a:cs typeface="Courier New" pitchFamily="49" charset="0"/>
              </a:rPr>
              <a:t>*/</a:t>
            </a:r>
          </a:p>
          <a:p>
            <a:pPr>
              <a:lnSpc>
                <a:spcPct val="80000"/>
              </a:lnSpc>
              <a:buNone/>
            </a:pPr>
            <a:endParaRPr lang="en-US" altLang="zh-CN" b="1" dirty="0" smtClean="0">
              <a:latin typeface="Courier New" pitchFamily="49" charset="0"/>
              <a:cs typeface="Courier New" pitchFamily="49" charset="0"/>
            </a:endParaRPr>
          </a:p>
          <a:p>
            <a:pPr>
              <a:lnSpc>
                <a:spcPct val="80000"/>
              </a:lnSpc>
              <a:buNone/>
            </a:pPr>
            <a:r>
              <a:rPr lang="en-US" altLang="zh-CN" b="1" dirty="0" err="1" smtClean="0">
                <a:latin typeface="Courier New" pitchFamily="49" charset="0"/>
                <a:cs typeface="Courier New" pitchFamily="49" charset="0"/>
              </a:rPr>
              <a:t>struct</a:t>
            </a:r>
            <a:r>
              <a:rPr lang="en-US" altLang="zh-CN" b="1" dirty="0" smtClean="0">
                <a:latin typeface="Courier New" pitchFamily="49" charset="0"/>
                <a:cs typeface="Courier New" pitchFamily="49" charset="0"/>
              </a:rPr>
              <a:t> </a:t>
            </a:r>
            <a:r>
              <a:rPr lang="en-US" altLang="zh-CN" b="1" dirty="0" err="1" smtClean="0">
                <a:latin typeface="Courier New" pitchFamily="49" charset="0"/>
                <a:cs typeface="Courier New" pitchFamily="49" charset="0"/>
              </a:rPr>
              <a:t>PTNode</a:t>
            </a:r>
            <a:r>
              <a:rPr lang="en-US" altLang="zh-CN" b="1" dirty="0" smtClean="0">
                <a:latin typeface="Courier New" pitchFamily="49" charset="0"/>
                <a:cs typeface="Courier New" pitchFamily="49" charset="0"/>
              </a:rPr>
              <a:t> /* </a:t>
            </a:r>
            <a:r>
              <a:rPr lang="zh-CN" altLang="en-US" b="1" dirty="0" smtClean="0">
                <a:latin typeface="Courier New" pitchFamily="49" charset="0"/>
                <a:cs typeface="Courier New" pitchFamily="49" charset="0"/>
              </a:rPr>
              <a:t>结点结构 </a:t>
            </a:r>
            <a:r>
              <a:rPr lang="en-US" altLang="zh-CN" b="1" dirty="0" smtClean="0">
                <a:latin typeface="Courier New" pitchFamily="49" charset="0"/>
                <a:cs typeface="Courier New" pitchFamily="49" charset="0"/>
              </a:rPr>
              <a:t>*/</a:t>
            </a:r>
          </a:p>
          <a:p>
            <a:pPr>
              <a:lnSpc>
                <a:spcPct val="80000"/>
              </a:lnSpc>
              <a:buNone/>
            </a:pPr>
            <a:r>
              <a:rPr lang="en-US" altLang="zh-CN" b="1" dirty="0" smtClean="0">
                <a:latin typeface="Courier New" pitchFamily="49" charset="0"/>
                <a:cs typeface="Courier New" pitchFamily="49" charset="0"/>
              </a:rPr>
              <a:t>{</a:t>
            </a:r>
          </a:p>
          <a:p>
            <a:pPr>
              <a:lnSpc>
                <a:spcPct val="80000"/>
              </a:lnSpc>
              <a:buNone/>
            </a:pPr>
            <a:r>
              <a:rPr lang="en-US" altLang="zh-CN" b="1" dirty="0" smtClean="0">
                <a:latin typeface="Courier New" pitchFamily="49" charset="0"/>
                <a:cs typeface="Courier New" pitchFamily="49" charset="0"/>
              </a:rPr>
              <a:t>	</a:t>
            </a:r>
            <a:r>
              <a:rPr lang="en-US" altLang="zh-CN" b="1" dirty="0" err="1" smtClean="0">
                <a:latin typeface="Courier New" pitchFamily="49" charset="0"/>
                <a:cs typeface="Courier New" pitchFamily="49" charset="0"/>
              </a:rPr>
              <a:t>TElemType</a:t>
            </a:r>
            <a:r>
              <a:rPr lang="en-US" altLang="zh-CN" b="1" dirty="0" smtClean="0">
                <a:latin typeface="Courier New" pitchFamily="49" charset="0"/>
                <a:cs typeface="Courier New" pitchFamily="49" charset="0"/>
              </a:rPr>
              <a:t> data;	/* </a:t>
            </a:r>
            <a:r>
              <a:rPr lang="zh-CN" altLang="en-US" b="1" dirty="0" smtClean="0">
                <a:latin typeface="Courier New" pitchFamily="49" charset="0"/>
                <a:cs typeface="Courier New" pitchFamily="49" charset="0"/>
              </a:rPr>
              <a:t>结点数据 </a:t>
            </a:r>
            <a:r>
              <a:rPr lang="en-US" altLang="zh-CN" b="1" dirty="0" smtClean="0">
                <a:latin typeface="Courier New" pitchFamily="49" charset="0"/>
                <a:cs typeface="Courier New" pitchFamily="49" charset="0"/>
              </a:rPr>
              <a:t>*/</a:t>
            </a:r>
          </a:p>
          <a:p>
            <a:pPr>
              <a:lnSpc>
                <a:spcPct val="80000"/>
              </a:lnSpc>
              <a:buNone/>
            </a:pPr>
            <a:r>
              <a:rPr lang="en-US" altLang="zh-CN" b="1" dirty="0" smtClean="0">
                <a:latin typeface="Courier New" pitchFamily="49" charset="0"/>
                <a:cs typeface="Courier New" pitchFamily="49" charset="0"/>
              </a:rPr>
              <a:t>	</a:t>
            </a:r>
            <a:r>
              <a:rPr lang="en-US" altLang="zh-CN" b="1" dirty="0" err="1" smtClean="0">
                <a:latin typeface="Courier New" pitchFamily="49" charset="0"/>
                <a:cs typeface="Courier New" pitchFamily="49" charset="0"/>
              </a:rPr>
              <a:t>int</a:t>
            </a:r>
            <a:r>
              <a:rPr lang="en-US" altLang="zh-CN" b="1" dirty="0" smtClean="0">
                <a:latin typeface="Courier New" pitchFamily="49" charset="0"/>
                <a:cs typeface="Courier New" pitchFamily="49" charset="0"/>
              </a:rPr>
              <a:t> parent;		/* </a:t>
            </a:r>
            <a:r>
              <a:rPr lang="zh-CN" altLang="en-US" b="1" dirty="0" smtClean="0">
                <a:latin typeface="Courier New" pitchFamily="49" charset="0"/>
                <a:cs typeface="Courier New" pitchFamily="49" charset="0"/>
              </a:rPr>
              <a:t>双亲位置 </a:t>
            </a:r>
            <a:r>
              <a:rPr lang="en-US" altLang="zh-CN" b="1" dirty="0" smtClean="0">
                <a:latin typeface="Courier New" pitchFamily="49" charset="0"/>
                <a:cs typeface="Courier New" pitchFamily="49" charset="0"/>
              </a:rPr>
              <a:t>*/</a:t>
            </a:r>
          </a:p>
          <a:p>
            <a:pPr>
              <a:lnSpc>
                <a:spcPct val="80000"/>
              </a:lnSpc>
              <a:buNone/>
            </a:pPr>
            <a:r>
              <a:rPr lang="en-US" altLang="zh-CN" b="1" dirty="0" smtClean="0">
                <a:latin typeface="Courier New" pitchFamily="49" charset="0"/>
                <a:cs typeface="Courier New" pitchFamily="49" charset="0"/>
              </a:rPr>
              <a:t>};</a:t>
            </a:r>
          </a:p>
          <a:p>
            <a:pPr>
              <a:lnSpc>
                <a:spcPct val="80000"/>
              </a:lnSpc>
              <a:buNone/>
            </a:pPr>
            <a:endParaRPr lang="en-US" altLang="zh-CN" b="1" dirty="0" smtClean="0">
              <a:latin typeface="Courier New" pitchFamily="49" charset="0"/>
              <a:cs typeface="Courier New" pitchFamily="49" charset="0"/>
            </a:endParaRPr>
          </a:p>
          <a:p>
            <a:pPr>
              <a:lnSpc>
                <a:spcPct val="80000"/>
              </a:lnSpc>
              <a:buNone/>
            </a:pPr>
            <a:r>
              <a:rPr lang="en-US" altLang="zh-CN" b="1" dirty="0" err="1" smtClean="0">
                <a:latin typeface="Courier New" pitchFamily="49" charset="0"/>
                <a:cs typeface="Courier New" pitchFamily="49" charset="0"/>
              </a:rPr>
              <a:t>Struct</a:t>
            </a:r>
            <a:r>
              <a:rPr lang="en-US" altLang="zh-CN" b="1" dirty="0" smtClean="0">
                <a:latin typeface="Courier New" pitchFamily="49" charset="0"/>
                <a:cs typeface="Courier New" pitchFamily="49" charset="0"/>
              </a:rPr>
              <a:t> </a:t>
            </a:r>
            <a:r>
              <a:rPr lang="en-US" altLang="zh-CN" b="1" dirty="0" err="1" smtClean="0">
                <a:latin typeface="Courier New" pitchFamily="49" charset="0"/>
                <a:cs typeface="Courier New" pitchFamily="49" charset="0"/>
              </a:rPr>
              <a:t>PTree</a:t>
            </a:r>
            <a:r>
              <a:rPr lang="en-US" altLang="zh-CN" b="1" dirty="0" smtClean="0">
                <a:latin typeface="Courier New" pitchFamily="49" charset="0"/>
                <a:cs typeface="Courier New" pitchFamily="49" charset="0"/>
              </a:rPr>
              <a:t> 		/* </a:t>
            </a:r>
            <a:r>
              <a:rPr lang="zh-CN" altLang="en-US" b="1" dirty="0" smtClean="0">
                <a:latin typeface="Courier New" pitchFamily="49" charset="0"/>
                <a:cs typeface="Courier New" pitchFamily="49" charset="0"/>
              </a:rPr>
              <a:t>树结构 </a:t>
            </a:r>
            <a:r>
              <a:rPr lang="en-US" altLang="zh-CN" b="1" dirty="0" smtClean="0">
                <a:latin typeface="Courier New" pitchFamily="49" charset="0"/>
                <a:cs typeface="Courier New" pitchFamily="49" charset="0"/>
              </a:rPr>
              <a:t>*/</a:t>
            </a:r>
          </a:p>
          <a:p>
            <a:pPr>
              <a:lnSpc>
                <a:spcPct val="80000"/>
              </a:lnSpc>
              <a:buNone/>
            </a:pPr>
            <a:r>
              <a:rPr lang="en-US" altLang="zh-CN" b="1" dirty="0" smtClean="0">
                <a:latin typeface="Courier New" pitchFamily="49" charset="0"/>
                <a:cs typeface="Courier New" pitchFamily="49" charset="0"/>
              </a:rPr>
              <a:t>{</a:t>
            </a:r>
          </a:p>
          <a:p>
            <a:pPr>
              <a:lnSpc>
                <a:spcPct val="80000"/>
              </a:lnSpc>
              <a:buNone/>
            </a:pPr>
            <a:r>
              <a:rPr lang="en-US" altLang="zh-CN" b="1" dirty="0" smtClean="0">
                <a:latin typeface="Courier New" pitchFamily="49" charset="0"/>
                <a:cs typeface="Courier New" pitchFamily="49" charset="0"/>
              </a:rPr>
              <a:t>	</a:t>
            </a:r>
            <a:r>
              <a:rPr lang="en-US" altLang="zh-CN" b="1" dirty="0" err="1" smtClean="0">
                <a:latin typeface="Courier New" pitchFamily="49" charset="0"/>
                <a:cs typeface="Courier New" pitchFamily="49" charset="0"/>
              </a:rPr>
              <a:t>PTNode</a:t>
            </a:r>
            <a:r>
              <a:rPr lang="en-US" altLang="zh-CN" b="1" dirty="0" smtClean="0">
                <a:latin typeface="Courier New" pitchFamily="49" charset="0"/>
                <a:cs typeface="Courier New" pitchFamily="49" charset="0"/>
              </a:rPr>
              <a:t> nodes[MAX_TREE_SIZE]; /* </a:t>
            </a:r>
            <a:r>
              <a:rPr lang="zh-CN" altLang="en-US" b="1" dirty="0" smtClean="0">
                <a:latin typeface="Courier New" pitchFamily="49" charset="0"/>
                <a:cs typeface="Courier New" pitchFamily="49" charset="0"/>
              </a:rPr>
              <a:t>结点数组 </a:t>
            </a:r>
            <a:r>
              <a:rPr lang="en-US" altLang="zh-CN" b="1" dirty="0" smtClean="0">
                <a:latin typeface="Courier New" pitchFamily="49" charset="0"/>
                <a:cs typeface="Courier New" pitchFamily="49" charset="0"/>
              </a:rPr>
              <a:t>*/</a:t>
            </a:r>
          </a:p>
          <a:p>
            <a:pPr>
              <a:lnSpc>
                <a:spcPct val="80000"/>
              </a:lnSpc>
              <a:buNone/>
            </a:pPr>
            <a:r>
              <a:rPr lang="en-US" altLang="zh-CN" b="1" dirty="0" smtClean="0">
                <a:latin typeface="Courier New" pitchFamily="49" charset="0"/>
                <a:cs typeface="Courier New" pitchFamily="49" charset="0"/>
              </a:rPr>
              <a:t>	</a:t>
            </a:r>
            <a:r>
              <a:rPr lang="en-US" altLang="zh-CN" b="1" dirty="0" err="1" smtClean="0">
                <a:latin typeface="Courier New" pitchFamily="49" charset="0"/>
                <a:cs typeface="Courier New" pitchFamily="49" charset="0"/>
              </a:rPr>
              <a:t>int</a:t>
            </a:r>
            <a:r>
              <a:rPr lang="en-US" altLang="zh-CN" b="1" dirty="0" smtClean="0">
                <a:latin typeface="Courier New" pitchFamily="49" charset="0"/>
                <a:cs typeface="Courier New" pitchFamily="49" charset="0"/>
              </a:rPr>
              <a:t> r, n;		/* </a:t>
            </a:r>
            <a:r>
              <a:rPr lang="zh-CN" altLang="en-US" b="1" dirty="0" smtClean="0">
                <a:latin typeface="Courier New" pitchFamily="49" charset="0"/>
                <a:cs typeface="Courier New" pitchFamily="49" charset="0"/>
              </a:rPr>
              <a:t>根节点的位置和结点数 </a:t>
            </a:r>
            <a:r>
              <a:rPr lang="en-US" altLang="zh-CN" b="1" dirty="0" smtClean="0">
                <a:latin typeface="Courier New" pitchFamily="49" charset="0"/>
                <a:cs typeface="Courier New" pitchFamily="49" charset="0"/>
              </a:rPr>
              <a:t>*/</a:t>
            </a:r>
          </a:p>
          <a:p>
            <a:pPr>
              <a:lnSpc>
                <a:spcPct val="80000"/>
              </a:lnSpc>
              <a:buNone/>
            </a:pPr>
            <a:r>
              <a:rPr lang="en-US" altLang="zh-CN" b="1" dirty="0" smtClean="0">
                <a:latin typeface="Courier New" pitchFamily="49" charset="0"/>
                <a:cs typeface="Courier New" pitchFamily="49" charset="0"/>
              </a:rPr>
              <a:t>};</a:t>
            </a:r>
          </a:p>
          <a:p>
            <a:endParaRPr lang="zh-CN" altLang="en-US" dirty="0"/>
          </a:p>
        </p:txBody>
      </p:sp>
    </p:spTree>
    <p:extLst>
      <p:ext uri="{BB962C8B-B14F-4D97-AF65-F5344CB8AC3E}">
        <p14:creationId xmlns:p14="http://schemas.microsoft.com/office/powerpoint/2010/main" val="381613354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Tree Representations</a:t>
            </a:r>
            <a:endParaRPr lang="zh-CN" altLang="en-US" dirty="0"/>
          </a:p>
        </p:txBody>
      </p:sp>
      <p:sp>
        <p:nvSpPr>
          <p:cNvPr id="3" name="内容占位符 2"/>
          <p:cNvSpPr>
            <a:spLocks noGrp="1"/>
          </p:cNvSpPr>
          <p:nvPr>
            <p:ph idx="1"/>
          </p:nvPr>
        </p:nvSpPr>
        <p:spPr/>
        <p:txBody>
          <a:bodyPr/>
          <a:lstStyle/>
          <a:p>
            <a:r>
              <a:rPr lang="en-US" altLang="zh-CN" dirty="0" smtClean="0"/>
              <a:t>Multiple links</a:t>
            </a:r>
            <a:r>
              <a:rPr lang="zh-CN" altLang="en-US" dirty="0" smtClean="0"/>
              <a:t>（多重链表表示法）</a:t>
            </a:r>
            <a:endParaRPr lang="en-US" altLang="zh-CN" dirty="0" smtClean="0"/>
          </a:p>
          <a:p>
            <a:pPr lvl="1"/>
            <a:r>
              <a:rPr lang="en-US" altLang="zh-CN" sz="2200" dirty="0"/>
              <a:t>Representation: The pointer field contains </a:t>
            </a:r>
            <a:r>
              <a:rPr lang="en-US" altLang="zh-CN" sz="2200" dirty="0">
                <a:solidFill>
                  <a:srgbClr val="FF0000"/>
                </a:solidFill>
              </a:rPr>
              <a:t>d</a:t>
            </a:r>
            <a:r>
              <a:rPr lang="en-US" altLang="zh-CN" sz="2200" dirty="0"/>
              <a:t> pointers, where d is the maximum </a:t>
            </a:r>
            <a:r>
              <a:rPr lang="en-US" altLang="zh-CN" sz="2200" dirty="0">
                <a:solidFill>
                  <a:srgbClr val="FF0000"/>
                </a:solidFill>
              </a:rPr>
              <a:t>degree</a:t>
            </a:r>
            <a:r>
              <a:rPr lang="en-US" altLang="zh-CN" sz="2200" dirty="0"/>
              <a:t> of every nodes.</a:t>
            </a:r>
            <a:endParaRPr lang="zh-CN" altLang="en-US" sz="2200" dirty="0"/>
          </a:p>
        </p:txBody>
      </p:sp>
      <p:grpSp>
        <p:nvGrpSpPr>
          <p:cNvPr id="4" name="Group 4"/>
          <p:cNvGrpSpPr>
            <a:grpSpLocks/>
          </p:cNvGrpSpPr>
          <p:nvPr/>
        </p:nvGrpSpPr>
        <p:grpSpPr bwMode="auto">
          <a:xfrm>
            <a:off x="779006" y="3140968"/>
            <a:ext cx="3253267" cy="3173414"/>
            <a:chOff x="340" y="1888"/>
            <a:chExt cx="2314" cy="1909"/>
          </a:xfrm>
        </p:grpSpPr>
        <p:grpSp>
          <p:nvGrpSpPr>
            <p:cNvPr id="5" name="Group 5"/>
            <p:cNvGrpSpPr>
              <a:grpSpLocks/>
            </p:cNvGrpSpPr>
            <p:nvPr/>
          </p:nvGrpSpPr>
          <p:grpSpPr bwMode="auto">
            <a:xfrm>
              <a:off x="1292" y="1888"/>
              <a:ext cx="318" cy="276"/>
              <a:chOff x="1020" y="2387"/>
              <a:chExt cx="318" cy="276"/>
            </a:xfrm>
          </p:grpSpPr>
          <p:sp>
            <p:nvSpPr>
              <p:cNvPr id="38" name="Oval 6"/>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39" name="Text Box 7"/>
              <p:cNvSpPr txBox="1">
                <a:spLocks noChangeArrowheads="1"/>
              </p:cNvSpPr>
              <p:nvPr/>
            </p:nvSpPr>
            <p:spPr bwMode="auto">
              <a:xfrm>
                <a:off x="1066" y="2432"/>
                <a:ext cx="272" cy="231"/>
              </a:xfrm>
              <a:prstGeom prst="rect">
                <a:avLst/>
              </a:prstGeom>
              <a:noFill/>
              <a:ln w="9525">
                <a:noFill/>
                <a:miter lim="800000"/>
                <a:headEnd/>
                <a:tailEnd/>
              </a:ln>
              <a:effectLst/>
            </p:spPr>
            <p:txBody>
              <a:bodyPr>
                <a:spAutoFit/>
              </a:bodyPr>
              <a:lstStyle/>
              <a:p>
                <a:pPr>
                  <a:spcBef>
                    <a:spcPct val="50000"/>
                  </a:spcBef>
                </a:pPr>
                <a:r>
                  <a:rPr lang="en-US" altLang="zh-CN" dirty="0"/>
                  <a:t>A</a:t>
                </a:r>
              </a:p>
            </p:txBody>
          </p:sp>
        </p:grpSp>
        <p:grpSp>
          <p:nvGrpSpPr>
            <p:cNvPr id="6" name="Group 8"/>
            <p:cNvGrpSpPr>
              <a:grpSpLocks/>
            </p:cNvGrpSpPr>
            <p:nvPr/>
          </p:nvGrpSpPr>
          <p:grpSpPr bwMode="auto">
            <a:xfrm>
              <a:off x="793" y="2478"/>
              <a:ext cx="318" cy="276"/>
              <a:chOff x="1020" y="2387"/>
              <a:chExt cx="318" cy="276"/>
            </a:xfrm>
          </p:grpSpPr>
          <p:sp>
            <p:nvSpPr>
              <p:cNvPr id="36" name="Oval 9"/>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37" name="Text Box 10"/>
              <p:cNvSpPr txBox="1">
                <a:spLocks noChangeArrowheads="1"/>
              </p:cNvSpPr>
              <p:nvPr/>
            </p:nvSpPr>
            <p:spPr bwMode="auto">
              <a:xfrm>
                <a:off x="1066" y="2432"/>
                <a:ext cx="272" cy="231"/>
              </a:xfrm>
              <a:prstGeom prst="rect">
                <a:avLst/>
              </a:prstGeom>
              <a:noFill/>
              <a:ln w="9525">
                <a:noFill/>
                <a:miter lim="800000"/>
                <a:headEnd/>
                <a:tailEnd/>
              </a:ln>
              <a:effectLst/>
            </p:spPr>
            <p:txBody>
              <a:bodyPr>
                <a:spAutoFit/>
              </a:bodyPr>
              <a:lstStyle/>
              <a:p>
                <a:pPr>
                  <a:spcBef>
                    <a:spcPct val="50000"/>
                  </a:spcBef>
                </a:pPr>
                <a:r>
                  <a:rPr lang="en-US" altLang="zh-CN" dirty="0"/>
                  <a:t>B</a:t>
                </a:r>
              </a:p>
            </p:txBody>
          </p:sp>
        </p:grpSp>
        <p:grpSp>
          <p:nvGrpSpPr>
            <p:cNvPr id="7" name="Group 11"/>
            <p:cNvGrpSpPr>
              <a:grpSpLocks/>
            </p:cNvGrpSpPr>
            <p:nvPr/>
          </p:nvGrpSpPr>
          <p:grpSpPr bwMode="auto">
            <a:xfrm>
              <a:off x="1338" y="2478"/>
              <a:ext cx="318" cy="276"/>
              <a:chOff x="1020" y="2387"/>
              <a:chExt cx="318" cy="276"/>
            </a:xfrm>
          </p:grpSpPr>
          <p:sp>
            <p:nvSpPr>
              <p:cNvPr id="34" name="Oval 12"/>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35" name="Text Box 13"/>
              <p:cNvSpPr txBox="1">
                <a:spLocks noChangeArrowheads="1"/>
              </p:cNvSpPr>
              <p:nvPr/>
            </p:nvSpPr>
            <p:spPr bwMode="auto">
              <a:xfrm>
                <a:off x="1066" y="2432"/>
                <a:ext cx="272" cy="231"/>
              </a:xfrm>
              <a:prstGeom prst="rect">
                <a:avLst/>
              </a:prstGeom>
              <a:noFill/>
              <a:ln w="9525">
                <a:noFill/>
                <a:miter lim="800000"/>
                <a:headEnd/>
                <a:tailEnd/>
              </a:ln>
              <a:effectLst/>
            </p:spPr>
            <p:txBody>
              <a:bodyPr>
                <a:spAutoFit/>
              </a:bodyPr>
              <a:lstStyle/>
              <a:p>
                <a:pPr>
                  <a:spcBef>
                    <a:spcPct val="50000"/>
                  </a:spcBef>
                </a:pPr>
                <a:r>
                  <a:rPr lang="en-US" altLang="zh-CN" dirty="0"/>
                  <a:t>C</a:t>
                </a:r>
              </a:p>
            </p:txBody>
          </p:sp>
        </p:grpSp>
        <p:grpSp>
          <p:nvGrpSpPr>
            <p:cNvPr id="8" name="Group 14"/>
            <p:cNvGrpSpPr>
              <a:grpSpLocks/>
            </p:cNvGrpSpPr>
            <p:nvPr/>
          </p:nvGrpSpPr>
          <p:grpSpPr bwMode="auto">
            <a:xfrm>
              <a:off x="340" y="3022"/>
              <a:ext cx="318" cy="276"/>
              <a:chOff x="1020" y="2387"/>
              <a:chExt cx="318" cy="276"/>
            </a:xfrm>
          </p:grpSpPr>
          <p:sp>
            <p:nvSpPr>
              <p:cNvPr id="32" name="Oval 15"/>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33" name="Text Box 16"/>
              <p:cNvSpPr txBox="1">
                <a:spLocks noChangeArrowheads="1"/>
              </p:cNvSpPr>
              <p:nvPr/>
            </p:nvSpPr>
            <p:spPr bwMode="auto">
              <a:xfrm>
                <a:off x="1066" y="2432"/>
                <a:ext cx="272" cy="231"/>
              </a:xfrm>
              <a:prstGeom prst="rect">
                <a:avLst/>
              </a:prstGeom>
              <a:noFill/>
              <a:ln w="9525">
                <a:noFill/>
                <a:miter lim="800000"/>
                <a:headEnd/>
                <a:tailEnd/>
              </a:ln>
              <a:effectLst/>
            </p:spPr>
            <p:txBody>
              <a:bodyPr>
                <a:spAutoFit/>
              </a:bodyPr>
              <a:lstStyle/>
              <a:p>
                <a:pPr>
                  <a:spcBef>
                    <a:spcPct val="50000"/>
                  </a:spcBef>
                </a:pPr>
                <a:r>
                  <a:rPr lang="en-US" altLang="zh-CN" dirty="0"/>
                  <a:t>E</a:t>
                </a:r>
              </a:p>
            </p:txBody>
          </p:sp>
        </p:grpSp>
        <p:grpSp>
          <p:nvGrpSpPr>
            <p:cNvPr id="9" name="Group 17"/>
            <p:cNvGrpSpPr>
              <a:grpSpLocks/>
            </p:cNvGrpSpPr>
            <p:nvPr/>
          </p:nvGrpSpPr>
          <p:grpSpPr bwMode="auto">
            <a:xfrm>
              <a:off x="1882" y="2478"/>
              <a:ext cx="318" cy="276"/>
              <a:chOff x="1020" y="2387"/>
              <a:chExt cx="318" cy="276"/>
            </a:xfrm>
          </p:grpSpPr>
          <p:sp>
            <p:nvSpPr>
              <p:cNvPr id="30" name="Oval 18"/>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31" name="Text Box 19"/>
              <p:cNvSpPr txBox="1">
                <a:spLocks noChangeArrowheads="1"/>
              </p:cNvSpPr>
              <p:nvPr/>
            </p:nvSpPr>
            <p:spPr bwMode="auto">
              <a:xfrm>
                <a:off x="1066" y="2432"/>
                <a:ext cx="272" cy="231"/>
              </a:xfrm>
              <a:prstGeom prst="rect">
                <a:avLst/>
              </a:prstGeom>
              <a:noFill/>
              <a:ln w="9525">
                <a:noFill/>
                <a:miter lim="800000"/>
                <a:headEnd/>
                <a:tailEnd/>
              </a:ln>
              <a:effectLst/>
            </p:spPr>
            <p:txBody>
              <a:bodyPr>
                <a:spAutoFit/>
              </a:bodyPr>
              <a:lstStyle/>
              <a:p>
                <a:pPr>
                  <a:spcBef>
                    <a:spcPct val="50000"/>
                  </a:spcBef>
                </a:pPr>
                <a:r>
                  <a:rPr lang="en-US" altLang="zh-CN" dirty="0"/>
                  <a:t>D</a:t>
                </a:r>
              </a:p>
            </p:txBody>
          </p:sp>
        </p:grpSp>
        <p:grpSp>
          <p:nvGrpSpPr>
            <p:cNvPr id="10" name="Group 20"/>
            <p:cNvGrpSpPr>
              <a:grpSpLocks/>
            </p:cNvGrpSpPr>
            <p:nvPr/>
          </p:nvGrpSpPr>
          <p:grpSpPr bwMode="auto">
            <a:xfrm>
              <a:off x="975" y="3018"/>
              <a:ext cx="318" cy="276"/>
              <a:chOff x="1020" y="2387"/>
              <a:chExt cx="318" cy="276"/>
            </a:xfrm>
          </p:grpSpPr>
          <p:sp>
            <p:nvSpPr>
              <p:cNvPr id="28" name="Oval 21"/>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29" name="Text Box 22"/>
              <p:cNvSpPr txBox="1">
                <a:spLocks noChangeArrowheads="1"/>
              </p:cNvSpPr>
              <p:nvPr/>
            </p:nvSpPr>
            <p:spPr bwMode="auto">
              <a:xfrm>
                <a:off x="1066" y="2432"/>
                <a:ext cx="272" cy="231"/>
              </a:xfrm>
              <a:prstGeom prst="rect">
                <a:avLst/>
              </a:prstGeom>
              <a:noFill/>
              <a:ln w="9525">
                <a:noFill/>
                <a:miter lim="800000"/>
                <a:headEnd/>
                <a:tailEnd/>
              </a:ln>
              <a:effectLst/>
            </p:spPr>
            <p:txBody>
              <a:bodyPr>
                <a:spAutoFit/>
              </a:bodyPr>
              <a:lstStyle/>
              <a:p>
                <a:pPr>
                  <a:spcBef>
                    <a:spcPct val="50000"/>
                  </a:spcBef>
                </a:pPr>
                <a:r>
                  <a:rPr lang="en-US" altLang="zh-CN" dirty="0"/>
                  <a:t>F</a:t>
                </a:r>
              </a:p>
            </p:txBody>
          </p:sp>
        </p:grpSp>
        <p:grpSp>
          <p:nvGrpSpPr>
            <p:cNvPr id="11" name="Group 23"/>
            <p:cNvGrpSpPr>
              <a:grpSpLocks/>
            </p:cNvGrpSpPr>
            <p:nvPr/>
          </p:nvGrpSpPr>
          <p:grpSpPr bwMode="auto">
            <a:xfrm>
              <a:off x="1882" y="3022"/>
              <a:ext cx="318" cy="276"/>
              <a:chOff x="1020" y="2387"/>
              <a:chExt cx="318" cy="276"/>
            </a:xfrm>
          </p:grpSpPr>
          <p:sp>
            <p:nvSpPr>
              <p:cNvPr id="26" name="Oval 24"/>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27" name="Text Box 25"/>
              <p:cNvSpPr txBox="1">
                <a:spLocks noChangeArrowheads="1"/>
              </p:cNvSpPr>
              <p:nvPr/>
            </p:nvSpPr>
            <p:spPr bwMode="auto">
              <a:xfrm>
                <a:off x="1066" y="2432"/>
                <a:ext cx="272" cy="231"/>
              </a:xfrm>
              <a:prstGeom prst="rect">
                <a:avLst/>
              </a:prstGeom>
              <a:noFill/>
              <a:ln w="9525">
                <a:noFill/>
                <a:miter lim="800000"/>
                <a:headEnd/>
                <a:tailEnd/>
              </a:ln>
              <a:effectLst/>
            </p:spPr>
            <p:txBody>
              <a:bodyPr>
                <a:spAutoFit/>
              </a:bodyPr>
              <a:lstStyle/>
              <a:p>
                <a:pPr>
                  <a:spcBef>
                    <a:spcPct val="50000"/>
                  </a:spcBef>
                </a:pPr>
                <a:r>
                  <a:rPr lang="en-US" altLang="zh-CN" dirty="0"/>
                  <a:t>G</a:t>
                </a:r>
              </a:p>
            </p:txBody>
          </p:sp>
        </p:grpSp>
        <p:grpSp>
          <p:nvGrpSpPr>
            <p:cNvPr id="12" name="Group 26"/>
            <p:cNvGrpSpPr>
              <a:grpSpLocks/>
            </p:cNvGrpSpPr>
            <p:nvPr/>
          </p:nvGrpSpPr>
          <p:grpSpPr bwMode="auto">
            <a:xfrm>
              <a:off x="1473" y="3521"/>
              <a:ext cx="318" cy="276"/>
              <a:chOff x="1020" y="2387"/>
              <a:chExt cx="318" cy="276"/>
            </a:xfrm>
          </p:grpSpPr>
          <p:sp>
            <p:nvSpPr>
              <p:cNvPr id="24" name="Oval 27"/>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25" name="Text Box 28"/>
              <p:cNvSpPr txBox="1">
                <a:spLocks noChangeArrowheads="1"/>
              </p:cNvSpPr>
              <p:nvPr/>
            </p:nvSpPr>
            <p:spPr bwMode="auto">
              <a:xfrm>
                <a:off x="1066" y="2432"/>
                <a:ext cx="272" cy="231"/>
              </a:xfrm>
              <a:prstGeom prst="rect">
                <a:avLst/>
              </a:prstGeom>
              <a:noFill/>
              <a:ln w="9525">
                <a:noFill/>
                <a:miter lim="800000"/>
                <a:headEnd/>
                <a:tailEnd/>
              </a:ln>
              <a:effectLst/>
            </p:spPr>
            <p:txBody>
              <a:bodyPr>
                <a:spAutoFit/>
              </a:bodyPr>
              <a:lstStyle/>
              <a:p>
                <a:pPr>
                  <a:spcBef>
                    <a:spcPct val="50000"/>
                  </a:spcBef>
                </a:pPr>
                <a:r>
                  <a:rPr lang="en-US" altLang="zh-CN" dirty="0"/>
                  <a:t>H</a:t>
                </a:r>
              </a:p>
            </p:txBody>
          </p:sp>
        </p:grpSp>
        <p:grpSp>
          <p:nvGrpSpPr>
            <p:cNvPr id="13" name="Group 29"/>
            <p:cNvGrpSpPr>
              <a:grpSpLocks/>
            </p:cNvGrpSpPr>
            <p:nvPr/>
          </p:nvGrpSpPr>
          <p:grpSpPr bwMode="auto">
            <a:xfrm>
              <a:off x="2336" y="3521"/>
              <a:ext cx="318" cy="276"/>
              <a:chOff x="1020" y="2387"/>
              <a:chExt cx="318" cy="276"/>
            </a:xfrm>
          </p:grpSpPr>
          <p:sp>
            <p:nvSpPr>
              <p:cNvPr id="22" name="Oval 30"/>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23" name="Text Box 31"/>
              <p:cNvSpPr txBox="1">
                <a:spLocks noChangeArrowheads="1"/>
              </p:cNvSpPr>
              <p:nvPr/>
            </p:nvSpPr>
            <p:spPr bwMode="auto">
              <a:xfrm>
                <a:off x="1066" y="2432"/>
                <a:ext cx="272" cy="231"/>
              </a:xfrm>
              <a:prstGeom prst="rect">
                <a:avLst/>
              </a:prstGeom>
              <a:noFill/>
              <a:ln w="9525">
                <a:noFill/>
                <a:miter lim="800000"/>
                <a:headEnd/>
                <a:tailEnd/>
              </a:ln>
              <a:effectLst/>
            </p:spPr>
            <p:txBody>
              <a:bodyPr>
                <a:spAutoFit/>
              </a:bodyPr>
              <a:lstStyle/>
              <a:p>
                <a:pPr>
                  <a:spcBef>
                    <a:spcPct val="50000"/>
                  </a:spcBef>
                </a:pPr>
                <a:r>
                  <a:rPr lang="en-US" altLang="zh-CN" dirty="0"/>
                  <a:t>I</a:t>
                </a:r>
              </a:p>
            </p:txBody>
          </p:sp>
        </p:grpSp>
        <p:sp>
          <p:nvSpPr>
            <p:cNvPr id="14" name="Line 32"/>
            <p:cNvSpPr>
              <a:spLocks noChangeShapeType="1"/>
            </p:cNvSpPr>
            <p:nvPr/>
          </p:nvSpPr>
          <p:spPr bwMode="auto">
            <a:xfrm flipH="1">
              <a:off x="1066" y="2115"/>
              <a:ext cx="317" cy="408"/>
            </a:xfrm>
            <a:prstGeom prst="line">
              <a:avLst/>
            </a:prstGeom>
            <a:noFill/>
            <a:ln w="9525">
              <a:solidFill>
                <a:schemeClr val="tx1"/>
              </a:solidFill>
              <a:round/>
              <a:headEnd/>
              <a:tailEnd/>
            </a:ln>
            <a:effectLst/>
          </p:spPr>
          <p:txBody>
            <a:bodyPr/>
            <a:lstStyle/>
            <a:p>
              <a:endParaRPr lang="zh-CN" altLang="en-US"/>
            </a:p>
          </p:txBody>
        </p:sp>
        <p:sp>
          <p:nvSpPr>
            <p:cNvPr id="15" name="Line 33"/>
            <p:cNvSpPr>
              <a:spLocks noChangeShapeType="1"/>
            </p:cNvSpPr>
            <p:nvPr/>
          </p:nvSpPr>
          <p:spPr bwMode="auto">
            <a:xfrm>
              <a:off x="1474" y="2115"/>
              <a:ext cx="45" cy="363"/>
            </a:xfrm>
            <a:prstGeom prst="line">
              <a:avLst/>
            </a:prstGeom>
            <a:noFill/>
            <a:ln w="9525">
              <a:solidFill>
                <a:schemeClr val="tx1"/>
              </a:solidFill>
              <a:round/>
              <a:headEnd/>
              <a:tailEnd/>
            </a:ln>
            <a:effectLst/>
          </p:spPr>
          <p:txBody>
            <a:bodyPr/>
            <a:lstStyle/>
            <a:p>
              <a:endParaRPr lang="zh-CN" altLang="en-US"/>
            </a:p>
          </p:txBody>
        </p:sp>
        <p:sp>
          <p:nvSpPr>
            <p:cNvPr id="16" name="Line 34"/>
            <p:cNvSpPr>
              <a:spLocks noChangeShapeType="1"/>
            </p:cNvSpPr>
            <p:nvPr/>
          </p:nvSpPr>
          <p:spPr bwMode="auto">
            <a:xfrm>
              <a:off x="1565" y="2115"/>
              <a:ext cx="453" cy="363"/>
            </a:xfrm>
            <a:prstGeom prst="line">
              <a:avLst/>
            </a:prstGeom>
            <a:noFill/>
            <a:ln w="9525">
              <a:solidFill>
                <a:schemeClr val="tx1"/>
              </a:solidFill>
              <a:round/>
              <a:headEnd/>
              <a:tailEnd/>
            </a:ln>
            <a:effectLst/>
          </p:spPr>
          <p:txBody>
            <a:bodyPr/>
            <a:lstStyle/>
            <a:p>
              <a:endParaRPr lang="zh-CN" altLang="en-US"/>
            </a:p>
          </p:txBody>
        </p:sp>
        <p:sp>
          <p:nvSpPr>
            <p:cNvPr id="17" name="Line 35"/>
            <p:cNvSpPr>
              <a:spLocks noChangeShapeType="1"/>
            </p:cNvSpPr>
            <p:nvPr/>
          </p:nvSpPr>
          <p:spPr bwMode="auto">
            <a:xfrm flipH="1">
              <a:off x="567" y="2704"/>
              <a:ext cx="317" cy="318"/>
            </a:xfrm>
            <a:prstGeom prst="line">
              <a:avLst/>
            </a:prstGeom>
            <a:noFill/>
            <a:ln w="9525">
              <a:solidFill>
                <a:schemeClr val="tx1"/>
              </a:solidFill>
              <a:round/>
              <a:headEnd/>
              <a:tailEnd/>
            </a:ln>
            <a:effectLst/>
          </p:spPr>
          <p:txBody>
            <a:bodyPr/>
            <a:lstStyle/>
            <a:p>
              <a:endParaRPr lang="zh-CN" altLang="en-US"/>
            </a:p>
          </p:txBody>
        </p:sp>
        <p:sp>
          <p:nvSpPr>
            <p:cNvPr id="18" name="Line 36"/>
            <p:cNvSpPr>
              <a:spLocks noChangeShapeType="1"/>
            </p:cNvSpPr>
            <p:nvPr/>
          </p:nvSpPr>
          <p:spPr bwMode="auto">
            <a:xfrm>
              <a:off x="1020" y="2750"/>
              <a:ext cx="182" cy="272"/>
            </a:xfrm>
            <a:prstGeom prst="line">
              <a:avLst/>
            </a:prstGeom>
            <a:noFill/>
            <a:ln w="9525">
              <a:solidFill>
                <a:schemeClr val="tx1"/>
              </a:solidFill>
              <a:round/>
              <a:headEnd/>
              <a:tailEnd/>
            </a:ln>
            <a:effectLst/>
          </p:spPr>
          <p:txBody>
            <a:bodyPr/>
            <a:lstStyle/>
            <a:p>
              <a:endParaRPr lang="zh-CN" altLang="en-US"/>
            </a:p>
          </p:txBody>
        </p:sp>
        <p:sp>
          <p:nvSpPr>
            <p:cNvPr id="19" name="Line 37"/>
            <p:cNvSpPr>
              <a:spLocks noChangeShapeType="1"/>
            </p:cNvSpPr>
            <p:nvPr/>
          </p:nvSpPr>
          <p:spPr bwMode="auto">
            <a:xfrm>
              <a:off x="2018" y="2750"/>
              <a:ext cx="0" cy="226"/>
            </a:xfrm>
            <a:prstGeom prst="line">
              <a:avLst/>
            </a:prstGeom>
            <a:noFill/>
            <a:ln w="9525">
              <a:solidFill>
                <a:schemeClr val="tx1"/>
              </a:solidFill>
              <a:round/>
              <a:headEnd/>
              <a:tailEnd/>
            </a:ln>
            <a:effectLst/>
          </p:spPr>
          <p:txBody>
            <a:bodyPr/>
            <a:lstStyle/>
            <a:p>
              <a:endParaRPr lang="zh-CN" altLang="en-US"/>
            </a:p>
          </p:txBody>
        </p:sp>
        <p:sp>
          <p:nvSpPr>
            <p:cNvPr id="20" name="Line 38"/>
            <p:cNvSpPr>
              <a:spLocks noChangeShapeType="1"/>
            </p:cNvSpPr>
            <p:nvPr/>
          </p:nvSpPr>
          <p:spPr bwMode="auto">
            <a:xfrm flipH="1">
              <a:off x="1746" y="3249"/>
              <a:ext cx="272" cy="272"/>
            </a:xfrm>
            <a:prstGeom prst="line">
              <a:avLst/>
            </a:prstGeom>
            <a:noFill/>
            <a:ln w="9525">
              <a:solidFill>
                <a:schemeClr val="tx1"/>
              </a:solidFill>
              <a:round/>
              <a:headEnd/>
              <a:tailEnd/>
            </a:ln>
            <a:effectLst/>
          </p:spPr>
          <p:txBody>
            <a:bodyPr/>
            <a:lstStyle/>
            <a:p>
              <a:endParaRPr lang="zh-CN" altLang="en-US"/>
            </a:p>
          </p:txBody>
        </p:sp>
        <p:sp>
          <p:nvSpPr>
            <p:cNvPr id="21" name="Line 39"/>
            <p:cNvSpPr>
              <a:spLocks noChangeShapeType="1"/>
            </p:cNvSpPr>
            <p:nvPr/>
          </p:nvSpPr>
          <p:spPr bwMode="auto">
            <a:xfrm>
              <a:off x="2109" y="3294"/>
              <a:ext cx="227" cy="272"/>
            </a:xfrm>
            <a:prstGeom prst="line">
              <a:avLst/>
            </a:prstGeom>
            <a:noFill/>
            <a:ln w="9525">
              <a:solidFill>
                <a:schemeClr val="tx1"/>
              </a:solidFill>
              <a:round/>
              <a:headEnd/>
              <a:tailEnd/>
            </a:ln>
            <a:effectLst/>
          </p:spPr>
          <p:txBody>
            <a:bodyPr/>
            <a:lstStyle/>
            <a:p>
              <a:endParaRPr lang="zh-CN" altLang="en-US"/>
            </a:p>
          </p:txBody>
        </p:sp>
      </p:grpSp>
      <p:graphicFrame>
        <p:nvGraphicFramePr>
          <p:cNvPr id="40" name="表格 39"/>
          <p:cNvGraphicFramePr>
            <a:graphicFrameLocks noGrp="1"/>
          </p:cNvGraphicFramePr>
          <p:nvPr>
            <p:extLst/>
          </p:nvPr>
        </p:nvGraphicFramePr>
        <p:xfrm>
          <a:off x="2087546" y="2350124"/>
          <a:ext cx="7072362" cy="396240"/>
        </p:xfrm>
        <a:graphic>
          <a:graphicData uri="http://schemas.openxmlformats.org/drawingml/2006/table">
            <a:tbl>
              <a:tblPr firstRow="1" bandRow="1">
                <a:tableStyleId>{5C22544A-7EE6-4342-B048-85BDC9FD1C3A}</a:tableStyleId>
              </a:tblPr>
              <a:tblGrid>
                <a:gridCol w="1178727">
                  <a:extLst>
                    <a:ext uri="{9D8B030D-6E8A-4147-A177-3AD203B41FA5}">
                      <a16:colId xmlns:a16="http://schemas.microsoft.com/office/drawing/2014/main" val="20000"/>
                    </a:ext>
                  </a:extLst>
                </a:gridCol>
                <a:gridCol w="1178727">
                  <a:extLst>
                    <a:ext uri="{9D8B030D-6E8A-4147-A177-3AD203B41FA5}">
                      <a16:colId xmlns:a16="http://schemas.microsoft.com/office/drawing/2014/main" val="20001"/>
                    </a:ext>
                  </a:extLst>
                </a:gridCol>
                <a:gridCol w="1178727">
                  <a:extLst>
                    <a:ext uri="{9D8B030D-6E8A-4147-A177-3AD203B41FA5}">
                      <a16:colId xmlns:a16="http://schemas.microsoft.com/office/drawing/2014/main" val="20002"/>
                    </a:ext>
                  </a:extLst>
                </a:gridCol>
                <a:gridCol w="1178727">
                  <a:extLst>
                    <a:ext uri="{9D8B030D-6E8A-4147-A177-3AD203B41FA5}">
                      <a16:colId xmlns:a16="http://schemas.microsoft.com/office/drawing/2014/main" val="20003"/>
                    </a:ext>
                  </a:extLst>
                </a:gridCol>
                <a:gridCol w="1178727">
                  <a:extLst>
                    <a:ext uri="{9D8B030D-6E8A-4147-A177-3AD203B41FA5}">
                      <a16:colId xmlns:a16="http://schemas.microsoft.com/office/drawing/2014/main" val="20004"/>
                    </a:ext>
                  </a:extLst>
                </a:gridCol>
                <a:gridCol w="1178727">
                  <a:extLst>
                    <a:ext uri="{9D8B030D-6E8A-4147-A177-3AD203B41FA5}">
                      <a16:colId xmlns:a16="http://schemas.microsoft.com/office/drawing/2014/main" val="20005"/>
                    </a:ext>
                  </a:extLst>
                </a:gridCol>
              </a:tblGrid>
              <a:tr h="370840">
                <a:tc>
                  <a:txBody>
                    <a:bodyPr/>
                    <a:lstStyle/>
                    <a:p>
                      <a:r>
                        <a:rPr lang="en-US" altLang="zh-CN" sz="2000" dirty="0" smtClean="0">
                          <a:solidFill>
                            <a:schemeClr val="tx1"/>
                          </a:solidFill>
                        </a:rPr>
                        <a:t>data</a:t>
                      </a:r>
                      <a:endParaRPr lang="zh-CN" altLang="en-US" sz="2000" dirty="0">
                        <a:solidFill>
                          <a:schemeClr val="tx1"/>
                        </a:solidFill>
                      </a:endParaRPr>
                    </a:p>
                  </a:txBody>
                  <a:tcPr/>
                </a:tc>
                <a:tc>
                  <a:txBody>
                    <a:bodyPr/>
                    <a:lstStyle/>
                    <a:p>
                      <a:r>
                        <a:rPr lang="en-US" altLang="zh-CN" sz="2000" dirty="0" smtClean="0">
                          <a:solidFill>
                            <a:schemeClr val="tx1"/>
                          </a:solidFill>
                        </a:rPr>
                        <a:t>child 1</a:t>
                      </a:r>
                      <a:endParaRPr lang="zh-CN" altLang="en-US" sz="2000" dirty="0">
                        <a:solidFill>
                          <a:schemeClr val="tx1"/>
                        </a:solidFill>
                      </a:endParaRPr>
                    </a:p>
                  </a:txBody>
                  <a:tcPr/>
                </a:tc>
                <a:tc>
                  <a:txBody>
                    <a:bodyPr/>
                    <a:lstStyle/>
                    <a:p>
                      <a:r>
                        <a:rPr lang="en-US" altLang="zh-CN" sz="2000" dirty="0" smtClean="0">
                          <a:solidFill>
                            <a:schemeClr val="tx1"/>
                          </a:solidFill>
                        </a:rPr>
                        <a:t>child 2</a:t>
                      </a:r>
                      <a:endParaRPr lang="zh-CN" altLang="en-US" sz="2000" dirty="0">
                        <a:solidFill>
                          <a:schemeClr val="tx1"/>
                        </a:solidFill>
                      </a:endParaRPr>
                    </a:p>
                  </a:txBody>
                  <a:tcPr/>
                </a:tc>
                <a:tc>
                  <a:txBody>
                    <a:bodyPr/>
                    <a:lstStyle/>
                    <a:p>
                      <a:r>
                        <a:rPr lang="en-US" altLang="zh-CN" sz="2000" dirty="0" smtClean="0">
                          <a:solidFill>
                            <a:schemeClr val="tx1"/>
                          </a:solidFill>
                        </a:rPr>
                        <a:t>child 3</a:t>
                      </a:r>
                      <a:endParaRPr lang="zh-CN" altLang="en-US" sz="2000" dirty="0">
                        <a:solidFill>
                          <a:schemeClr val="tx1"/>
                        </a:solidFill>
                      </a:endParaRPr>
                    </a:p>
                  </a:txBody>
                  <a:tcPr/>
                </a:tc>
                <a:tc>
                  <a:txBody>
                    <a:bodyPr/>
                    <a:lstStyle/>
                    <a:p>
                      <a:r>
                        <a:rPr lang="en-US" altLang="zh-CN" sz="2000" dirty="0" smtClean="0">
                          <a:solidFill>
                            <a:schemeClr val="tx1"/>
                          </a:solidFill>
                        </a:rPr>
                        <a:t>……</a:t>
                      </a:r>
                      <a:endParaRPr lang="zh-CN" altLang="en-US" sz="2000" dirty="0">
                        <a:solidFill>
                          <a:schemeClr val="tx1"/>
                        </a:solidFill>
                      </a:endParaRPr>
                    </a:p>
                  </a:txBody>
                  <a:tcPr/>
                </a:tc>
                <a:tc>
                  <a:txBody>
                    <a:bodyPr/>
                    <a:lstStyle/>
                    <a:p>
                      <a:r>
                        <a:rPr lang="en-US" altLang="zh-CN" sz="2000" dirty="0" smtClean="0">
                          <a:solidFill>
                            <a:schemeClr val="tx1"/>
                          </a:solidFill>
                        </a:rPr>
                        <a:t>child d</a:t>
                      </a:r>
                      <a:endParaRPr lang="zh-CN" altLang="en-US" sz="2000" dirty="0">
                        <a:solidFill>
                          <a:schemeClr val="tx1"/>
                        </a:solidFill>
                      </a:endParaRPr>
                    </a:p>
                  </a:txBody>
                  <a:tcPr/>
                </a:tc>
                <a:extLst>
                  <a:ext uri="{0D108BD9-81ED-4DB2-BD59-A6C34878D82A}">
                    <a16:rowId xmlns:a16="http://schemas.microsoft.com/office/drawing/2014/main" val="10000"/>
                  </a:ext>
                </a:extLst>
              </a:tr>
            </a:tbl>
          </a:graphicData>
        </a:graphic>
      </p:graphicFrame>
      <p:grpSp>
        <p:nvGrpSpPr>
          <p:cNvPr id="41" name="组合 40"/>
          <p:cNvGrpSpPr/>
          <p:nvPr/>
        </p:nvGrpSpPr>
        <p:grpSpPr>
          <a:xfrm>
            <a:off x="4583832" y="3367047"/>
            <a:ext cx="6286544" cy="2428892"/>
            <a:chOff x="2000232" y="2857496"/>
            <a:chExt cx="7072362" cy="2571768"/>
          </a:xfrm>
        </p:grpSpPr>
        <p:sp>
          <p:nvSpPr>
            <p:cNvPr id="42" name="矩形 41"/>
            <p:cNvSpPr/>
            <p:nvPr/>
          </p:nvSpPr>
          <p:spPr>
            <a:xfrm>
              <a:off x="5429256" y="2857496"/>
              <a:ext cx="50006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A</a:t>
              </a:r>
              <a:endParaRPr lang="zh-CN" altLang="en-US" dirty="0">
                <a:solidFill>
                  <a:schemeClr val="tx1"/>
                </a:solidFill>
              </a:endParaRPr>
            </a:p>
          </p:txBody>
        </p:sp>
        <p:sp>
          <p:nvSpPr>
            <p:cNvPr id="43" name="矩形 42"/>
            <p:cNvSpPr/>
            <p:nvPr/>
          </p:nvSpPr>
          <p:spPr>
            <a:xfrm>
              <a:off x="6858016" y="2857496"/>
              <a:ext cx="50006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44" name="矩形 43"/>
            <p:cNvSpPr/>
            <p:nvPr/>
          </p:nvSpPr>
          <p:spPr>
            <a:xfrm>
              <a:off x="5857884" y="2857496"/>
              <a:ext cx="50006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45" name="矩形 44"/>
            <p:cNvSpPr/>
            <p:nvPr/>
          </p:nvSpPr>
          <p:spPr>
            <a:xfrm>
              <a:off x="2857488" y="3643314"/>
              <a:ext cx="50006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B</a:t>
              </a:r>
              <a:endParaRPr lang="zh-CN" altLang="en-US" dirty="0">
                <a:solidFill>
                  <a:schemeClr val="tx1"/>
                </a:solidFill>
              </a:endParaRPr>
            </a:p>
          </p:txBody>
        </p:sp>
        <p:sp>
          <p:nvSpPr>
            <p:cNvPr id="46" name="矩形 45"/>
            <p:cNvSpPr/>
            <p:nvPr/>
          </p:nvSpPr>
          <p:spPr>
            <a:xfrm>
              <a:off x="3357554" y="3643314"/>
              <a:ext cx="50006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47" name="矩形 46"/>
            <p:cNvSpPr/>
            <p:nvPr/>
          </p:nvSpPr>
          <p:spPr>
            <a:xfrm>
              <a:off x="3786182" y="3643314"/>
              <a:ext cx="50006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48" name="矩形 47"/>
            <p:cNvSpPr/>
            <p:nvPr/>
          </p:nvSpPr>
          <p:spPr>
            <a:xfrm>
              <a:off x="7072330" y="3643314"/>
              <a:ext cx="50006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D</a:t>
              </a:r>
              <a:endParaRPr lang="zh-CN" altLang="en-US" dirty="0">
                <a:solidFill>
                  <a:schemeClr val="tx1"/>
                </a:solidFill>
              </a:endParaRPr>
            </a:p>
          </p:txBody>
        </p:sp>
        <p:sp>
          <p:nvSpPr>
            <p:cNvPr id="49" name="矩形 48"/>
            <p:cNvSpPr/>
            <p:nvPr/>
          </p:nvSpPr>
          <p:spPr>
            <a:xfrm>
              <a:off x="7572396" y="3643314"/>
              <a:ext cx="50006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50" name="矩形 49"/>
            <p:cNvSpPr/>
            <p:nvPr/>
          </p:nvSpPr>
          <p:spPr>
            <a:xfrm>
              <a:off x="8001024" y="3643314"/>
              <a:ext cx="50006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a:t>
              </a:r>
              <a:endParaRPr lang="zh-CN" altLang="en-US" dirty="0">
                <a:solidFill>
                  <a:schemeClr val="tx1"/>
                </a:solidFill>
              </a:endParaRPr>
            </a:p>
          </p:txBody>
        </p:sp>
        <p:cxnSp>
          <p:nvCxnSpPr>
            <p:cNvPr id="51" name="直接箭头连接符 50"/>
            <p:cNvCxnSpPr>
              <a:stCxn id="44" idx="2"/>
              <a:endCxn id="45" idx="0"/>
            </p:cNvCxnSpPr>
            <p:nvPr/>
          </p:nvCxnSpPr>
          <p:spPr>
            <a:xfrm rot="5400000">
              <a:off x="4393405" y="1928802"/>
              <a:ext cx="428628" cy="300039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2" name="矩形 51"/>
            <p:cNvSpPr/>
            <p:nvPr/>
          </p:nvSpPr>
          <p:spPr>
            <a:xfrm>
              <a:off x="6357950" y="2857496"/>
              <a:ext cx="50006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cxnSp>
          <p:nvCxnSpPr>
            <p:cNvPr id="53" name="直接箭头连接符 52"/>
            <p:cNvCxnSpPr>
              <a:stCxn id="43" idx="2"/>
              <a:endCxn id="48" idx="0"/>
            </p:cNvCxnSpPr>
            <p:nvPr/>
          </p:nvCxnSpPr>
          <p:spPr>
            <a:xfrm rot="16200000" flipH="1">
              <a:off x="7000892" y="3321843"/>
              <a:ext cx="428628" cy="21431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4" name="矩形 53"/>
            <p:cNvSpPr/>
            <p:nvPr/>
          </p:nvSpPr>
          <p:spPr>
            <a:xfrm>
              <a:off x="4214810" y="3643314"/>
              <a:ext cx="50006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a:t>
              </a:r>
              <a:endParaRPr lang="zh-CN" altLang="en-US" dirty="0">
                <a:solidFill>
                  <a:schemeClr val="tx1"/>
                </a:solidFill>
              </a:endParaRPr>
            </a:p>
          </p:txBody>
        </p:sp>
        <p:sp>
          <p:nvSpPr>
            <p:cNvPr id="55" name="矩形 54"/>
            <p:cNvSpPr/>
            <p:nvPr/>
          </p:nvSpPr>
          <p:spPr>
            <a:xfrm>
              <a:off x="4929190" y="3643314"/>
              <a:ext cx="50006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C</a:t>
              </a:r>
              <a:endParaRPr lang="zh-CN" altLang="en-US" dirty="0">
                <a:solidFill>
                  <a:schemeClr val="tx1"/>
                </a:solidFill>
              </a:endParaRPr>
            </a:p>
          </p:txBody>
        </p:sp>
        <p:sp>
          <p:nvSpPr>
            <p:cNvPr id="56" name="矩形 55"/>
            <p:cNvSpPr/>
            <p:nvPr/>
          </p:nvSpPr>
          <p:spPr>
            <a:xfrm>
              <a:off x="5429256" y="3643314"/>
              <a:ext cx="50006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a:t>
              </a:r>
              <a:endParaRPr lang="zh-CN" altLang="en-US" dirty="0">
                <a:solidFill>
                  <a:schemeClr val="tx1"/>
                </a:solidFill>
              </a:endParaRPr>
            </a:p>
          </p:txBody>
        </p:sp>
        <p:cxnSp>
          <p:nvCxnSpPr>
            <p:cNvPr id="57" name="直接箭头连接符 56"/>
            <p:cNvCxnSpPr>
              <a:stCxn id="52" idx="2"/>
              <a:endCxn id="55" idx="0"/>
            </p:cNvCxnSpPr>
            <p:nvPr/>
          </p:nvCxnSpPr>
          <p:spPr>
            <a:xfrm rot="5400000">
              <a:off x="5679289" y="2714620"/>
              <a:ext cx="428628" cy="142876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8" name="矩形 57"/>
            <p:cNvSpPr/>
            <p:nvPr/>
          </p:nvSpPr>
          <p:spPr>
            <a:xfrm>
              <a:off x="2000232" y="4357694"/>
              <a:ext cx="50006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E</a:t>
              </a:r>
              <a:endParaRPr lang="zh-CN" altLang="en-US" dirty="0">
                <a:solidFill>
                  <a:schemeClr val="tx1"/>
                </a:solidFill>
              </a:endParaRPr>
            </a:p>
          </p:txBody>
        </p:sp>
        <p:sp>
          <p:nvSpPr>
            <p:cNvPr id="59" name="矩形 58"/>
            <p:cNvSpPr/>
            <p:nvPr/>
          </p:nvSpPr>
          <p:spPr>
            <a:xfrm>
              <a:off x="2500298" y="4357694"/>
              <a:ext cx="50006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a:t>
              </a:r>
              <a:endParaRPr lang="zh-CN" altLang="en-US" dirty="0">
                <a:solidFill>
                  <a:schemeClr val="tx1"/>
                </a:solidFill>
              </a:endParaRPr>
            </a:p>
          </p:txBody>
        </p:sp>
        <p:sp>
          <p:nvSpPr>
            <p:cNvPr id="60" name="矩形 59"/>
            <p:cNvSpPr/>
            <p:nvPr/>
          </p:nvSpPr>
          <p:spPr>
            <a:xfrm>
              <a:off x="4143372" y="4357694"/>
              <a:ext cx="50006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F</a:t>
              </a:r>
              <a:endParaRPr lang="zh-CN" altLang="en-US" dirty="0">
                <a:solidFill>
                  <a:schemeClr val="tx1"/>
                </a:solidFill>
              </a:endParaRPr>
            </a:p>
          </p:txBody>
        </p:sp>
        <p:sp>
          <p:nvSpPr>
            <p:cNvPr id="61" name="矩形 60"/>
            <p:cNvSpPr/>
            <p:nvPr/>
          </p:nvSpPr>
          <p:spPr>
            <a:xfrm>
              <a:off x="4643438" y="4357694"/>
              <a:ext cx="50006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a:t>
              </a:r>
              <a:endParaRPr lang="zh-CN" altLang="en-US" dirty="0">
                <a:solidFill>
                  <a:schemeClr val="tx1"/>
                </a:solidFill>
              </a:endParaRPr>
            </a:p>
          </p:txBody>
        </p:sp>
        <p:sp>
          <p:nvSpPr>
            <p:cNvPr id="62" name="矩形 61"/>
            <p:cNvSpPr/>
            <p:nvPr/>
          </p:nvSpPr>
          <p:spPr>
            <a:xfrm>
              <a:off x="4929190" y="5072074"/>
              <a:ext cx="50006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H</a:t>
              </a:r>
              <a:endParaRPr lang="zh-CN" altLang="en-US" dirty="0">
                <a:solidFill>
                  <a:schemeClr val="tx1"/>
                </a:solidFill>
              </a:endParaRPr>
            </a:p>
          </p:txBody>
        </p:sp>
        <p:sp>
          <p:nvSpPr>
            <p:cNvPr id="63" name="矩形 62"/>
            <p:cNvSpPr/>
            <p:nvPr/>
          </p:nvSpPr>
          <p:spPr>
            <a:xfrm>
              <a:off x="5429256" y="5072074"/>
              <a:ext cx="50006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a:t>
              </a:r>
              <a:endParaRPr lang="zh-CN" altLang="en-US" dirty="0">
                <a:solidFill>
                  <a:schemeClr val="tx1"/>
                </a:solidFill>
              </a:endParaRPr>
            </a:p>
          </p:txBody>
        </p:sp>
        <p:sp>
          <p:nvSpPr>
            <p:cNvPr id="64" name="矩形 63"/>
            <p:cNvSpPr/>
            <p:nvPr/>
          </p:nvSpPr>
          <p:spPr>
            <a:xfrm>
              <a:off x="7072330" y="5072074"/>
              <a:ext cx="50006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I</a:t>
              </a:r>
              <a:endParaRPr lang="zh-CN" altLang="en-US" dirty="0">
                <a:solidFill>
                  <a:schemeClr val="tx1"/>
                </a:solidFill>
              </a:endParaRPr>
            </a:p>
          </p:txBody>
        </p:sp>
        <p:sp>
          <p:nvSpPr>
            <p:cNvPr id="65" name="矩形 64"/>
            <p:cNvSpPr/>
            <p:nvPr/>
          </p:nvSpPr>
          <p:spPr>
            <a:xfrm>
              <a:off x="7572396" y="5072074"/>
              <a:ext cx="50006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a:t>
              </a:r>
              <a:endParaRPr lang="zh-CN" altLang="en-US" dirty="0">
                <a:solidFill>
                  <a:schemeClr val="tx1"/>
                </a:solidFill>
              </a:endParaRPr>
            </a:p>
          </p:txBody>
        </p:sp>
        <p:sp>
          <p:nvSpPr>
            <p:cNvPr id="66" name="矩形 65"/>
            <p:cNvSpPr/>
            <p:nvPr/>
          </p:nvSpPr>
          <p:spPr>
            <a:xfrm>
              <a:off x="6500826" y="4357694"/>
              <a:ext cx="50006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G</a:t>
              </a:r>
              <a:endParaRPr lang="zh-CN" altLang="en-US" dirty="0">
                <a:solidFill>
                  <a:schemeClr val="tx1"/>
                </a:solidFill>
              </a:endParaRPr>
            </a:p>
          </p:txBody>
        </p:sp>
        <p:sp>
          <p:nvSpPr>
            <p:cNvPr id="67" name="矩形 66"/>
            <p:cNvSpPr/>
            <p:nvPr/>
          </p:nvSpPr>
          <p:spPr>
            <a:xfrm>
              <a:off x="7000892" y="4357694"/>
              <a:ext cx="50006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8" name="矩形 67"/>
            <p:cNvSpPr/>
            <p:nvPr/>
          </p:nvSpPr>
          <p:spPr>
            <a:xfrm>
              <a:off x="7429520" y="4357694"/>
              <a:ext cx="50006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9" name="矩形 68"/>
            <p:cNvSpPr/>
            <p:nvPr/>
          </p:nvSpPr>
          <p:spPr>
            <a:xfrm>
              <a:off x="7858148" y="4357694"/>
              <a:ext cx="50006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a:t>
              </a:r>
              <a:endParaRPr lang="zh-CN" altLang="en-US" dirty="0">
                <a:solidFill>
                  <a:schemeClr val="tx1"/>
                </a:solidFill>
              </a:endParaRPr>
            </a:p>
          </p:txBody>
        </p:sp>
        <p:cxnSp>
          <p:nvCxnSpPr>
            <p:cNvPr id="70" name="直接箭头连接符 69"/>
            <p:cNvCxnSpPr>
              <a:stCxn id="67" idx="2"/>
              <a:endCxn id="62" idx="0"/>
            </p:cNvCxnSpPr>
            <p:nvPr/>
          </p:nvCxnSpPr>
          <p:spPr>
            <a:xfrm rot="5400000">
              <a:off x="6036480" y="3857629"/>
              <a:ext cx="357190" cy="207170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1" name="直接箭头连接符 70"/>
            <p:cNvCxnSpPr>
              <a:stCxn id="68" idx="2"/>
              <a:endCxn id="64" idx="0"/>
            </p:cNvCxnSpPr>
            <p:nvPr/>
          </p:nvCxnSpPr>
          <p:spPr>
            <a:xfrm rot="5400000">
              <a:off x="7322364" y="4714884"/>
              <a:ext cx="357190" cy="35719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2" name="矩形 71"/>
            <p:cNvSpPr/>
            <p:nvPr/>
          </p:nvSpPr>
          <p:spPr>
            <a:xfrm>
              <a:off x="3000364" y="4357694"/>
              <a:ext cx="50006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a:t>
              </a:r>
              <a:endParaRPr lang="zh-CN" altLang="en-US" dirty="0">
                <a:solidFill>
                  <a:schemeClr val="tx1"/>
                </a:solidFill>
              </a:endParaRPr>
            </a:p>
          </p:txBody>
        </p:sp>
        <p:sp>
          <p:nvSpPr>
            <p:cNvPr id="73" name="矩形 72"/>
            <p:cNvSpPr/>
            <p:nvPr/>
          </p:nvSpPr>
          <p:spPr>
            <a:xfrm>
              <a:off x="3500430" y="4357694"/>
              <a:ext cx="50006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a:t>
              </a:r>
              <a:endParaRPr lang="zh-CN" altLang="en-US" dirty="0">
                <a:solidFill>
                  <a:schemeClr val="tx1"/>
                </a:solidFill>
              </a:endParaRPr>
            </a:p>
          </p:txBody>
        </p:sp>
        <p:sp>
          <p:nvSpPr>
            <p:cNvPr id="74" name="矩形 73"/>
            <p:cNvSpPr/>
            <p:nvPr/>
          </p:nvSpPr>
          <p:spPr>
            <a:xfrm>
              <a:off x="5143504" y="4357694"/>
              <a:ext cx="50006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a:t>
              </a:r>
              <a:endParaRPr lang="zh-CN" altLang="en-US" dirty="0">
                <a:solidFill>
                  <a:schemeClr val="tx1"/>
                </a:solidFill>
              </a:endParaRPr>
            </a:p>
          </p:txBody>
        </p:sp>
        <p:sp>
          <p:nvSpPr>
            <p:cNvPr id="75" name="矩形 74"/>
            <p:cNvSpPr/>
            <p:nvPr/>
          </p:nvSpPr>
          <p:spPr>
            <a:xfrm>
              <a:off x="5643570" y="4357694"/>
              <a:ext cx="50006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a:t>
              </a:r>
              <a:endParaRPr lang="zh-CN" altLang="en-US" dirty="0">
                <a:solidFill>
                  <a:schemeClr val="tx1"/>
                </a:solidFill>
              </a:endParaRPr>
            </a:p>
          </p:txBody>
        </p:sp>
        <p:sp>
          <p:nvSpPr>
            <p:cNvPr id="76" name="矩形 75"/>
            <p:cNvSpPr/>
            <p:nvPr/>
          </p:nvSpPr>
          <p:spPr>
            <a:xfrm>
              <a:off x="5857884" y="3643314"/>
              <a:ext cx="50006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a:t>
              </a:r>
              <a:endParaRPr lang="zh-CN" altLang="en-US" dirty="0">
                <a:solidFill>
                  <a:schemeClr val="tx1"/>
                </a:solidFill>
              </a:endParaRPr>
            </a:p>
          </p:txBody>
        </p:sp>
        <p:sp>
          <p:nvSpPr>
            <p:cNvPr id="77" name="矩形 76"/>
            <p:cNvSpPr/>
            <p:nvPr/>
          </p:nvSpPr>
          <p:spPr>
            <a:xfrm>
              <a:off x="6357950" y="3643314"/>
              <a:ext cx="50006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a:t>
              </a:r>
              <a:endParaRPr lang="zh-CN" altLang="en-US" dirty="0">
                <a:solidFill>
                  <a:schemeClr val="tx1"/>
                </a:solidFill>
              </a:endParaRPr>
            </a:p>
          </p:txBody>
        </p:sp>
        <p:sp>
          <p:nvSpPr>
            <p:cNvPr id="78" name="矩形 77"/>
            <p:cNvSpPr/>
            <p:nvPr/>
          </p:nvSpPr>
          <p:spPr>
            <a:xfrm>
              <a:off x="8501090" y="3643314"/>
              <a:ext cx="50006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a:t>
              </a:r>
              <a:endParaRPr lang="zh-CN" altLang="en-US" dirty="0">
                <a:solidFill>
                  <a:schemeClr val="tx1"/>
                </a:solidFill>
              </a:endParaRPr>
            </a:p>
          </p:txBody>
        </p:sp>
        <p:sp>
          <p:nvSpPr>
            <p:cNvPr id="79" name="矩形 78"/>
            <p:cNvSpPr/>
            <p:nvPr/>
          </p:nvSpPr>
          <p:spPr>
            <a:xfrm>
              <a:off x="5929322" y="5072074"/>
              <a:ext cx="50006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a:t>
              </a:r>
              <a:endParaRPr lang="zh-CN" altLang="en-US" dirty="0">
                <a:solidFill>
                  <a:schemeClr val="tx1"/>
                </a:solidFill>
              </a:endParaRPr>
            </a:p>
          </p:txBody>
        </p:sp>
        <p:sp>
          <p:nvSpPr>
            <p:cNvPr id="80" name="矩形 79"/>
            <p:cNvSpPr/>
            <p:nvPr/>
          </p:nvSpPr>
          <p:spPr>
            <a:xfrm>
              <a:off x="6429388" y="5072074"/>
              <a:ext cx="50006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a:t>
              </a:r>
              <a:endParaRPr lang="zh-CN" altLang="en-US" dirty="0">
                <a:solidFill>
                  <a:schemeClr val="tx1"/>
                </a:solidFill>
              </a:endParaRPr>
            </a:p>
          </p:txBody>
        </p:sp>
        <p:sp>
          <p:nvSpPr>
            <p:cNvPr id="81" name="矩形 80"/>
            <p:cNvSpPr/>
            <p:nvPr/>
          </p:nvSpPr>
          <p:spPr>
            <a:xfrm>
              <a:off x="8072462" y="5072074"/>
              <a:ext cx="50006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a:t>
              </a:r>
              <a:endParaRPr lang="zh-CN" altLang="en-US" dirty="0">
                <a:solidFill>
                  <a:schemeClr val="tx1"/>
                </a:solidFill>
              </a:endParaRPr>
            </a:p>
          </p:txBody>
        </p:sp>
        <p:sp>
          <p:nvSpPr>
            <p:cNvPr id="82" name="矩形 81"/>
            <p:cNvSpPr/>
            <p:nvPr/>
          </p:nvSpPr>
          <p:spPr>
            <a:xfrm>
              <a:off x="8572528" y="5072074"/>
              <a:ext cx="50006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a:t>
              </a:r>
              <a:endParaRPr lang="zh-CN" altLang="en-US" dirty="0">
                <a:solidFill>
                  <a:schemeClr val="tx1"/>
                </a:solidFill>
              </a:endParaRPr>
            </a:p>
          </p:txBody>
        </p:sp>
        <p:cxnSp>
          <p:nvCxnSpPr>
            <p:cNvPr id="83" name="直接箭头连接符 82"/>
            <p:cNvCxnSpPr>
              <a:stCxn id="46" idx="2"/>
            </p:cNvCxnSpPr>
            <p:nvPr/>
          </p:nvCxnSpPr>
          <p:spPr>
            <a:xfrm rot="5400000">
              <a:off x="2803910" y="3554017"/>
              <a:ext cx="357190" cy="125016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4" name="直接箭头连接符 83"/>
            <p:cNvCxnSpPr>
              <a:stCxn id="47" idx="2"/>
            </p:cNvCxnSpPr>
            <p:nvPr/>
          </p:nvCxnSpPr>
          <p:spPr>
            <a:xfrm rot="16200000" flipH="1">
              <a:off x="3982636" y="4054082"/>
              <a:ext cx="285752" cy="17859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5" name="直接箭头连接符 84"/>
            <p:cNvCxnSpPr>
              <a:stCxn id="49" idx="2"/>
              <a:endCxn id="66" idx="0"/>
            </p:cNvCxnSpPr>
            <p:nvPr/>
          </p:nvCxnSpPr>
          <p:spPr>
            <a:xfrm rot="5400000">
              <a:off x="7108049" y="3643314"/>
              <a:ext cx="357190" cy="107157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817302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Tree Representations</a:t>
            </a:r>
            <a:endParaRPr lang="zh-CN" altLang="en-US" dirty="0"/>
          </a:p>
        </p:txBody>
      </p:sp>
      <p:sp>
        <p:nvSpPr>
          <p:cNvPr id="3" name="内容占位符 2"/>
          <p:cNvSpPr>
            <a:spLocks noGrp="1"/>
          </p:cNvSpPr>
          <p:nvPr>
            <p:ph idx="1"/>
          </p:nvPr>
        </p:nvSpPr>
        <p:spPr/>
        <p:txBody>
          <a:bodyPr/>
          <a:lstStyle/>
          <a:p>
            <a:r>
              <a:rPr lang="en-US" altLang="zh-CN" dirty="0" smtClean="0"/>
              <a:t>Multiple links</a:t>
            </a:r>
          </a:p>
          <a:p>
            <a:pPr lvl="1"/>
            <a:r>
              <a:rPr lang="en-US" altLang="zh-CN" sz="2200" dirty="0"/>
              <a:t>Alternative representation: A number </a:t>
            </a:r>
            <a:r>
              <a:rPr lang="en-US" altLang="zh-CN" sz="2200" dirty="0">
                <a:solidFill>
                  <a:srgbClr val="FF0000"/>
                </a:solidFill>
              </a:rPr>
              <a:t>d</a:t>
            </a:r>
            <a:r>
              <a:rPr lang="en-US" altLang="zh-CN" sz="2200" dirty="0"/>
              <a:t> indicates the degree of the node. And the pointer field contains </a:t>
            </a:r>
            <a:r>
              <a:rPr lang="en-US" altLang="zh-CN" sz="2200" dirty="0">
                <a:solidFill>
                  <a:srgbClr val="FF0000"/>
                </a:solidFill>
              </a:rPr>
              <a:t>d</a:t>
            </a:r>
            <a:r>
              <a:rPr lang="en-US" altLang="zh-CN" sz="2200" dirty="0"/>
              <a:t> pointers.</a:t>
            </a:r>
            <a:endParaRPr lang="zh-CN" altLang="en-US" sz="2200" dirty="0"/>
          </a:p>
          <a:p>
            <a:endParaRPr lang="zh-CN" altLang="en-US" dirty="0"/>
          </a:p>
        </p:txBody>
      </p:sp>
      <p:grpSp>
        <p:nvGrpSpPr>
          <p:cNvPr id="4" name="Group 4"/>
          <p:cNvGrpSpPr>
            <a:grpSpLocks/>
          </p:cNvGrpSpPr>
          <p:nvPr/>
        </p:nvGrpSpPr>
        <p:grpSpPr bwMode="auto">
          <a:xfrm>
            <a:off x="1779584" y="3184544"/>
            <a:ext cx="3173409" cy="3101976"/>
            <a:chOff x="340" y="1888"/>
            <a:chExt cx="2314" cy="1909"/>
          </a:xfrm>
        </p:grpSpPr>
        <p:grpSp>
          <p:nvGrpSpPr>
            <p:cNvPr id="5" name="Group 5"/>
            <p:cNvGrpSpPr>
              <a:grpSpLocks/>
            </p:cNvGrpSpPr>
            <p:nvPr/>
          </p:nvGrpSpPr>
          <p:grpSpPr bwMode="auto">
            <a:xfrm>
              <a:off x="1292" y="1888"/>
              <a:ext cx="318" cy="276"/>
              <a:chOff x="1020" y="2387"/>
              <a:chExt cx="318" cy="276"/>
            </a:xfrm>
          </p:grpSpPr>
          <p:sp>
            <p:nvSpPr>
              <p:cNvPr id="38" name="Oval 6"/>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39" name="Text Box 7"/>
              <p:cNvSpPr txBox="1">
                <a:spLocks noChangeArrowheads="1"/>
              </p:cNvSpPr>
              <p:nvPr/>
            </p:nvSpPr>
            <p:spPr bwMode="auto">
              <a:xfrm>
                <a:off x="1066" y="2432"/>
                <a:ext cx="272" cy="231"/>
              </a:xfrm>
              <a:prstGeom prst="rect">
                <a:avLst/>
              </a:prstGeom>
              <a:noFill/>
              <a:ln w="9525">
                <a:noFill/>
                <a:miter lim="800000"/>
                <a:headEnd/>
                <a:tailEnd/>
              </a:ln>
              <a:effectLst/>
            </p:spPr>
            <p:txBody>
              <a:bodyPr>
                <a:spAutoFit/>
              </a:bodyPr>
              <a:lstStyle/>
              <a:p>
                <a:pPr>
                  <a:spcBef>
                    <a:spcPct val="50000"/>
                  </a:spcBef>
                </a:pPr>
                <a:r>
                  <a:rPr lang="en-US" altLang="zh-CN" dirty="0"/>
                  <a:t>A</a:t>
                </a:r>
              </a:p>
            </p:txBody>
          </p:sp>
        </p:grpSp>
        <p:grpSp>
          <p:nvGrpSpPr>
            <p:cNvPr id="6" name="Group 8"/>
            <p:cNvGrpSpPr>
              <a:grpSpLocks/>
            </p:cNvGrpSpPr>
            <p:nvPr/>
          </p:nvGrpSpPr>
          <p:grpSpPr bwMode="auto">
            <a:xfrm>
              <a:off x="793" y="2478"/>
              <a:ext cx="318" cy="276"/>
              <a:chOff x="1020" y="2387"/>
              <a:chExt cx="318" cy="276"/>
            </a:xfrm>
          </p:grpSpPr>
          <p:sp>
            <p:nvSpPr>
              <p:cNvPr id="36" name="Oval 9"/>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37" name="Text Box 10"/>
              <p:cNvSpPr txBox="1">
                <a:spLocks noChangeArrowheads="1"/>
              </p:cNvSpPr>
              <p:nvPr/>
            </p:nvSpPr>
            <p:spPr bwMode="auto">
              <a:xfrm>
                <a:off x="1066" y="2432"/>
                <a:ext cx="272" cy="231"/>
              </a:xfrm>
              <a:prstGeom prst="rect">
                <a:avLst/>
              </a:prstGeom>
              <a:noFill/>
              <a:ln w="9525">
                <a:noFill/>
                <a:miter lim="800000"/>
                <a:headEnd/>
                <a:tailEnd/>
              </a:ln>
              <a:effectLst/>
            </p:spPr>
            <p:txBody>
              <a:bodyPr>
                <a:spAutoFit/>
              </a:bodyPr>
              <a:lstStyle/>
              <a:p>
                <a:pPr>
                  <a:spcBef>
                    <a:spcPct val="50000"/>
                  </a:spcBef>
                </a:pPr>
                <a:r>
                  <a:rPr lang="en-US" altLang="zh-CN" dirty="0"/>
                  <a:t>B</a:t>
                </a:r>
              </a:p>
            </p:txBody>
          </p:sp>
        </p:grpSp>
        <p:grpSp>
          <p:nvGrpSpPr>
            <p:cNvPr id="7" name="Group 11"/>
            <p:cNvGrpSpPr>
              <a:grpSpLocks/>
            </p:cNvGrpSpPr>
            <p:nvPr/>
          </p:nvGrpSpPr>
          <p:grpSpPr bwMode="auto">
            <a:xfrm>
              <a:off x="1338" y="2478"/>
              <a:ext cx="318" cy="276"/>
              <a:chOff x="1020" y="2387"/>
              <a:chExt cx="318" cy="276"/>
            </a:xfrm>
          </p:grpSpPr>
          <p:sp>
            <p:nvSpPr>
              <p:cNvPr id="34" name="Oval 12"/>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35" name="Text Box 13"/>
              <p:cNvSpPr txBox="1">
                <a:spLocks noChangeArrowheads="1"/>
              </p:cNvSpPr>
              <p:nvPr/>
            </p:nvSpPr>
            <p:spPr bwMode="auto">
              <a:xfrm>
                <a:off x="1066" y="2432"/>
                <a:ext cx="272" cy="231"/>
              </a:xfrm>
              <a:prstGeom prst="rect">
                <a:avLst/>
              </a:prstGeom>
              <a:noFill/>
              <a:ln w="9525">
                <a:noFill/>
                <a:miter lim="800000"/>
                <a:headEnd/>
                <a:tailEnd/>
              </a:ln>
              <a:effectLst/>
            </p:spPr>
            <p:txBody>
              <a:bodyPr>
                <a:spAutoFit/>
              </a:bodyPr>
              <a:lstStyle/>
              <a:p>
                <a:pPr>
                  <a:spcBef>
                    <a:spcPct val="50000"/>
                  </a:spcBef>
                </a:pPr>
                <a:r>
                  <a:rPr lang="en-US" altLang="zh-CN" dirty="0"/>
                  <a:t>C</a:t>
                </a:r>
              </a:p>
            </p:txBody>
          </p:sp>
        </p:grpSp>
        <p:grpSp>
          <p:nvGrpSpPr>
            <p:cNvPr id="8" name="Group 14"/>
            <p:cNvGrpSpPr>
              <a:grpSpLocks/>
            </p:cNvGrpSpPr>
            <p:nvPr/>
          </p:nvGrpSpPr>
          <p:grpSpPr bwMode="auto">
            <a:xfrm>
              <a:off x="340" y="3022"/>
              <a:ext cx="318" cy="276"/>
              <a:chOff x="1020" y="2387"/>
              <a:chExt cx="318" cy="276"/>
            </a:xfrm>
          </p:grpSpPr>
          <p:sp>
            <p:nvSpPr>
              <p:cNvPr id="32" name="Oval 15"/>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33" name="Text Box 16"/>
              <p:cNvSpPr txBox="1">
                <a:spLocks noChangeArrowheads="1"/>
              </p:cNvSpPr>
              <p:nvPr/>
            </p:nvSpPr>
            <p:spPr bwMode="auto">
              <a:xfrm>
                <a:off x="1066" y="2432"/>
                <a:ext cx="272" cy="231"/>
              </a:xfrm>
              <a:prstGeom prst="rect">
                <a:avLst/>
              </a:prstGeom>
              <a:noFill/>
              <a:ln w="9525">
                <a:noFill/>
                <a:miter lim="800000"/>
                <a:headEnd/>
                <a:tailEnd/>
              </a:ln>
              <a:effectLst/>
            </p:spPr>
            <p:txBody>
              <a:bodyPr>
                <a:spAutoFit/>
              </a:bodyPr>
              <a:lstStyle/>
              <a:p>
                <a:pPr>
                  <a:spcBef>
                    <a:spcPct val="50000"/>
                  </a:spcBef>
                </a:pPr>
                <a:r>
                  <a:rPr lang="en-US" altLang="zh-CN" dirty="0"/>
                  <a:t>E</a:t>
                </a:r>
              </a:p>
            </p:txBody>
          </p:sp>
        </p:grpSp>
        <p:grpSp>
          <p:nvGrpSpPr>
            <p:cNvPr id="9" name="Group 17"/>
            <p:cNvGrpSpPr>
              <a:grpSpLocks/>
            </p:cNvGrpSpPr>
            <p:nvPr/>
          </p:nvGrpSpPr>
          <p:grpSpPr bwMode="auto">
            <a:xfrm>
              <a:off x="1882" y="2478"/>
              <a:ext cx="318" cy="276"/>
              <a:chOff x="1020" y="2387"/>
              <a:chExt cx="318" cy="276"/>
            </a:xfrm>
          </p:grpSpPr>
          <p:sp>
            <p:nvSpPr>
              <p:cNvPr id="30" name="Oval 18"/>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31" name="Text Box 19"/>
              <p:cNvSpPr txBox="1">
                <a:spLocks noChangeArrowheads="1"/>
              </p:cNvSpPr>
              <p:nvPr/>
            </p:nvSpPr>
            <p:spPr bwMode="auto">
              <a:xfrm>
                <a:off x="1066" y="2432"/>
                <a:ext cx="272" cy="231"/>
              </a:xfrm>
              <a:prstGeom prst="rect">
                <a:avLst/>
              </a:prstGeom>
              <a:noFill/>
              <a:ln w="9525">
                <a:noFill/>
                <a:miter lim="800000"/>
                <a:headEnd/>
                <a:tailEnd/>
              </a:ln>
              <a:effectLst/>
            </p:spPr>
            <p:txBody>
              <a:bodyPr>
                <a:spAutoFit/>
              </a:bodyPr>
              <a:lstStyle/>
              <a:p>
                <a:pPr>
                  <a:spcBef>
                    <a:spcPct val="50000"/>
                  </a:spcBef>
                </a:pPr>
                <a:r>
                  <a:rPr lang="en-US" altLang="zh-CN" dirty="0"/>
                  <a:t>D</a:t>
                </a:r>
              </a:p>
            </p:txBody>
          </p:sp>
        </p:grpSp>
        <p:grpSp>
          <p:nvGrpSpPr>
            <p:cNvPr id="10" name="Group 20"/>
            <p:cNvGrpSpPr>
              <a:grpSpLocks/>
            </p:cNvGrpSpPr>
            <p:nvPr/>
          </p:nvGrpSpPr>
          <p:grpSpPr bwMode="auto">
            <a:xfrm>
              <a:off x="975" y="3018"/>
              <a:ext cx="318" cy="276"/>
              <a:chOff x="1020" y="2387"/>
              <a:chExt cx="318" cy="276"/>
            </a:xfrm>
          </p:grpSpPr>
          <p:sp>
            <p:nvSpPr>
              <p:cNvPr id="28" name="Oval 21"/>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29" name="Text Box 22"/>
              <p:cNvSpPr txBox="1">
                <a:spLocks noChangeArrowheads="1"/>
              </p:cNvSpPr>
              <p:nvPr/>
            </p:nvSpPr>
            <p:spPr bwMode="auto">
              <a:xfrm>
                <a:off x="1066" y="2432"/>
                <a:ext cx="272" cy="231"/>
              </a:xfrm>
              <a:prstGeom prst="rect">
                <a:avLst/>
              </a:prstGeom>
              <a:noFill/>
              <a:ln w="9525">
                <a:noFill/>
                <a:miter lim="800000"/>
                <a:headEnd/>
                <a:tailEnd/>
              </a:ln>
              <a:effectLst/>
            </p:spPr>
            <p:txBody>
              <a:bodyPr>
                <a:spAutoFit/>
              </a:bodyPr>
              <a:lstStyle/>
              <a:p>
                <a:pPr>
                  <a:spcBef>
                    <a:spcPct val="50000"/>
                  </a:spcBef>
                </a:pPr>
                <a:r>
                  <a:rPr lang="en-US" altLang="zh-CN" dirty="0"/>
                  <a:t>F</a:t>
                </a:r>
              </a:p>
            </p:txBody>
          </p:sp>
        </p:grpSp>
        <p:grpSp>
          <p:nvGrpSpPr>
            <p:cNvPr id="11" name="Group 23"/>
            <p:cNvGrpSpPr>
              <a:grpSpLocks/>
            </p:cNvGrpSpPr>
            <p:nvPr/>
          </p:nvGrpSpPr>
          <p:grpSpPr bwMode="auto">
            <a:xfrm>
              <a:off x="1882" y="3022"/>
              <a:ext cx="318" cy="276"/>
              <a:chOff x="1020" y="2387"/>
              <a:chExt cx="318" cy="276"/>
            </a:xfrm>
          </p:grpSpPr>
          <p:sp>
            <p:nvSpPr>
              <p:cNvPr id="26" name="Oval 24"/>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27" name="Text Box 25"/>
              <p:cNvSpPr txBox="1">
                <a:spLocks noChangeArrowheads="1"/>
              </p:cNvSpPr>
              <p:nvPr/>
            </p:nvSpPr>
            <p:spPr bwMode="auto">
              <a:xfrm>
                <a:off x="1066" y="2432"/>
                <a:ext cx="272" cy="231"/>
              </a:xfrm>
              <a:prstGeom prst="rect">
                <a:avLst/>
              </a:prstGeom>
              <a:noFill/>
              <a:ln w="9525">
                <a:noFill/>
                <a:miter lim="800000"/>
                <a:headEnd/>
                <a:tailEnd/>
              </a:ln>
              <a:effectLst/>
            </p:spPr>
            <p:txBody>
              <a:bodyPr>
                <a:spAutoFit/>
              </a:bodyPr>
              <a:lstStyle/>
              <a:p>
                <a:pPr>
                  <a:spcBef>
                    <a:spcPct val="50000"/>
                  </a:spcBef>
                </a:pPr>
                <a:r>
                  <a:rPr lang="en-US" altLang="zh-CN" dirty="0"/>
                  <a:t>G</a:t>
                </a:r>
              </a:p>
            </p:txBody>
          </p:sp>
        </p:grpSp>
        <p:grpSp>
          <p:nvGrpSpPr>
            <p:cNvPr id="12" name="Group 26"/>
            <p:cNvGrpSpPr>
              <a:grpSpLocks/>
            </p:cNvGrpSpPr>
            <p:nvPr/>
          </p:nvGrpSpPr>
          <p:grpSpPr bwMode="auto">
            <a:xfrm>
              <a:off x="1473" y="3521"/>
              <a:ext cx="318" cy="276"/>
              <a:chOff x="1020" y="2387"/>
              <a:chExt cx="318" cy="276"/>
            </a:xfrm>
          </p:grpSpPr>
          <p:sp>
            <p:nvSpPr>
              <p:cNvPr id="24" name="Oval 27"/>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25" name="Text Box 28"/>
              <p:cNvSpPr txBox="1">
                <a:spLocks noChangeArrowheads="1"/>
              </p:cNvSpPr>
              <p:nvPr/>
            </p:nvSpPr>
            <p:spPr bwMode="auto">
              <a:xfrm>
                <a:off x="1066" y="2432"/>
                <a:ext cx="272" cy="231"/>
              </a:xfrm>
              <a:prstGeom prst="rect">
                <a:avLst/>
              </a:prstGeom>
              <a:noFill/>
              <a:ln w="9525">
                <a:noFill/>
                <a:miter lim="800000"/>
                <a:headEnd/>
                <a:tailEnd/>
              </a:ln>
              <a:effectLst/>
            </p:spPr>
            <p:txBody>
              <a:bodyPr>
                <a:spAutoFit/>
              </a:bodyPr>
              <a:lstStyle/>
              <a:p>
                <a:pPr>
                  <a:spcBef>
                    <a:spcPct val="50000"/>
                  </a:spcBef>
                </a:pPr>
                <a:r>
                  <a:rPr lang="en-US" altLang="zh-CN" dirty="0"/>
                  <a:t>H</a:t>
                </a:r>
              </a:p>
            </p:txBody>
          </p:sp>
        </p:grpSp>
        <p:grpSp>
          <p:nvGrpSpPr>
            <p:cNvPr id="13" name="Group 29"/>
            <p:cNvGrpSpPr>
              <a:grpSpLocks/>
            </p:cNvGrpSpPr>
            <p:nvPr/>
          </p:nvGrpSpPr>
          <p:grpSpPr bwMode="auto">
            <a:xfrm>
              <a:off x="2336" y="3521"/>
              <a:ext cx="318" cy="276"/>
              <a:chOff x="1020" y="2387"/>
              <a:chExt cx="318" cy="276"/>
            </a:xfrm>
          </p:grpSpPr>
          <p:sp>
            <p:nvSpPr>
              <p:cNvPr id="22" name="Oval 30"/>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23" name="Text Box 31"/>
              <p:cNvSpPr txBox="1">
                <a:spLocks noChangeArrowheads="1"/>
              </p:cNvSpPr>
              <p:nvPr/>
            </p:nvSpPr>
            <p:spPr bwMode="auto">
              <a:xfrm>
                <a:off x="1066" y="2432"/>
                <a:ext cx="272" cy="231"/>
              </a:xfrm>
              <a:prstGeom prst="rect">
                <a:avLst/>
              </a:prstGeom>
              <a:noFill/>
              <a:ln w="9525">
                <a:noFill/>
                <a:miter lim="800000"/>
                <a:headEnd/>
                <a:tailEnd/>
              </a:ln>
              <a:effectLst/>
            </p:spPr>
            <p:txBody>
              <a:bodyPr>
                <a:spAutoFit/>
              </a:bodyPr>
              <a:lstStyle/>
              <a:p>
                <a:pPr>
                  <a:spcBef>
                    <a:spcPct val="50000"/>
                  </a:spcBef>
                </a:pPr>
                <a:r>
                  <a:rPr lang="en-US" altLang="zh-CN" dirty="0"/>
                  <a:t>I</a:t>
                </a:r>
              </a:p>
            </p:txBody>
          </p:sp>
        </p:grpSp>
        <p:sp>
          <p:nvSpPr>
            <p:cNvPr id="14" name="Line 32"/>
            <p:cNvSpPr>
              <a:spLocks noChangeShapeType="1"/>
            </p:cNvSpPr>
            <p:nvPr/>
          </p:nvSpPr>
          <p:spPr bwMode="auto">
            <a:xfrm flipH="1">
              <a:off x="1066" y="2115"/>
              <a:ext cx="317" cy="408"/>
            </a:xfrm>
            <a:prstGeom prst="line">
              <a:avLst/>
            </a:prstGeom>
            <a:noFill/>
            <a:ln w="9525">
              <a:solidFill>
                <a:schemeClr val="tx1"/>
              </a:solidFill>
              <a:round/>
              <a:headEnd/>
              <a:tailEnd/>
            </a:ln>
            <a:effectLst/>
          </p:spPr>
          <p:txBody>
            <a:bodyPr/>
            <a:lstStyle/>
            <a:p>
              <a:endParaRPr lang="zh-CN" altLang="en-US"/>
            </a:p>
          </p:txBody>
        </p:sp>
        <p:sp>
          <p:nvSpPr>
            <p:cNvPr id="15" name="Line 33"/>
            <p:cNvSpPr>
              <a:spLocks noChangeShapeType="1"/>
            </p:cNvSpPr>
            <p:nvPr/>
          </p:nvSpPr>
          <p:spPr bwMode="auto">
            <a:xfrm>
              <a:off x="1474" y="2115"/>
              <a:ext cx="45" cy="363"/>
            </a:xfrm>
            <a:prstGeom prst="line">
              <a:avLst/>
            </a:prstGeom>
            <a:noFill/>
            <a:ln w="9525">
              <a:solidFill>
                <a:schemeClr val="tx1"/>
              </a:solidFill>
              <a:round/>
              <a:headEnd/>
              <a:tailEnd/>
            </a:ln>
            <a:effectLst/>
          </p:spPr>
          <p:txBody>
            <a:bodyPr/>
            <a:lstStyle/>
            <a:p>
              <a:endParaRPr lang="zh-CN" altLang="en-US"/>
            </a:p>
          </p:txBody>
        </p:sp>
        <p:sp>
          <p:nvSpPr>
            <p:cNvPr id="16" name="Line 34"/>
            <p:cNvSpPr>
              <a:spLocks noChangeShapeType="1"/>
            </p:cNvSpPr>
            <p:nvPr/>
          </p:nvSpPr>
          <p:spPr bwMode="auto">
            <a:xfrm>
              <a:off x="1565" y="2115"/>
              <a:ext cx="453" cy="363"/>
            </a:xfrm>
            <a:prstGeom prst="line">
              <a:avLst/>
            </a:prstGeom>
            <a:noFill/>
            <a:ln w="9525">
              <a:solidFill>
                <a:schemeClr val="tx1"/>
              </a:solidFill>
              <a:round/>
              <a:headEnd/>
              <a:tailEnd/>
            </a:ln>
            <a:effectLst/>
          </p:spPr>
          <p:txBody>
            <a:bodyPr/>
            <a:lstStyle/>
            <a:p>
              <a:endParaRPr lang="zh-CN" altLang="en-US"/>
            </a:p>
          </p:txBody>
        </p:sp>
        <p:sp>
          <p:nvSpPr>
            <p:cNvPr id="17" name="Line 35"/>
            <p:cNvSpPr>
              <a:spLocks noChangeShapeType="1"/>
            </p:cNvSpPr>
            <p:nvPr/>
          </p:nvSpPr>
          <p:spPr bwMode="auto">
            <a:xfrm flipH="1">
              <a:off x="567" y="2704"/>
              <a:ext cx="317" cy="318"/>
            </a:xfrm>
            <a:prstGeom prst="line">
              <a:avLst/>
            </a:prstGeom>
            <a:noFill/>
            <a:ln w="9525">
              <a:solidFill>
                <a:schemeClr val="tx1"/>
              </a:solidFill>
              <a:round/>
              <a:headEnd/>
              <a:tailEnd/>
            </a:ln>
            <a:effectLst/>
          </p:spPr>
          <p:txBody>
            <a:bodyPr/>
            <a:lstStyle/>
            <a:p>
              <a:endParaRPr lang="zh-CN" altLang="en-US"/>
            </a:p>
          </p:txBody>
        </p:sp>
        <p:sp>
          <p:nvSpPr>
            <p:cNvPr id="18" name="Line 36"/>
            <p:cNvSpPr>
              <a:spLocks noChangeShapeType="1"/>
            </p:cNvSpPr>
            <p:nvPr/>
          </p:nvSpPr>
          <p:spPr bwMode="auto">
            <a:xfrm>
              <a:off x="1020" y="2750"/>
              <a:ext cx="182" cy="272"/>
            </a:xfrm>
            <a:prstGeom prst="line">
              <a:avLst/>
            </a:prstGeom>
            <a:noFill/>
            <a:ln w="9525">
              <a:solidFill>
                <a:schemeClr val="tx1"/>
              </a:solidFill>
              <a:round/>
              <a:headEnd/>
              <a:tailEnd/>
            </a:ln>
            <a:effectLst/>
          </p:spPr>
          <p:txBody>
            <a:bodyPr/>
            <a:lstStyle/>
            <a:p>
              <a:endParaRPr lang="zh-CN" altLang="en-US"/>
            </a:p>
          </p:txBody>
        </p:sp>
        <p:sp>
          <p:nvSpPr>
            <p:cNvPr id="19" name="Line 37"/>
            <p:cNvSpPr>
              <a:spLocks noChangeShapeType="1"/>
            </p:cNvSpPr>
            <p:nvPr/>
          </p:nvSpPr>
          <p:spPr bwMode="auto">
            <a:xfrm>
              <a:off x="2018" y="2750"/>
              <a:ext cx="0" cy="226"/>
            </a:xfrm>
            <a:prstGeom prst="line">
              <a:avLst/>
            </a:prstGeom>
            <a:noFill/>
            <a:ln w="9525">
              <a:solidFill>
                <a:schemeClr val="tx1"/>
              </a:solidFill>
              <a:round/>
              <a:headEnd/>
              <a:tailEnd/>
            </a:ln>
            <a:effectLst/>
          </p:spPr>
          <p:txBody>
            <a:bodyPr/>
            <a:lstStyle/>
            <a:p>
              <a:endParaRPr lang="zh-CN" altLang="en-US"/>
            </a:p>
          </p:txBody>
        </p:sp>
        <p:sp>
          <p:nvSpPr>
            <p:cNvPr id="20" name="Line 38"/>
            <p:cNvSpPr>
              <a:spLocks noChangeShapeType="1"/>
            </p:cNvSpPr>
            <p:nvPr/>
          </p:nvSpPr>
          <p:spPr bwMode="auto">
            <a:xfrm flipH="1">
              <a:off x="1746" y="3249"/>
              <a:ext cx="272" cy="272"/>
            </a:xfrm>
            <a:prstGeom prst="line">
              <a:avLst/>
            </a:prstGeom>
            <a:noFill/>
            <a:ln w="9525">
              <a:solidFill>
                <a:schemeClr val="tx1"/>
              </a:solidFill>
              <a:round/>
              <a:headEnd/>
              <a:tailEnd/>
            </a:ln>
            <a:effectLst/>
          </p:spPr>
          <p:txBody>
            <a:bodyPr/>
            <a:lstStyle/>
            <a:p>
              <a:endParaRPr lang="zh-CN" altLang="en-US"/>
            </a:p>
          </p:txBody>
        </p:sp>
        <p:sp>
          <p:nvSpPr>
            <p:cNvPr id="21" name="Line 39"/>
            <p:cNvSpPr>
              <a:spLocks noChangeShapeType="1"/>
            </p:cNvSpPr>
            <p:nvPr/>
          </p:nvSpPr>
          <p:spPr bwMode="auto">
            <a:xfrm>
              <a:off x="2109" y="3294"/>
              <a:ext cx="227" cy="272"/>
            </a:xfrm>
            <a:prstGeom prst="line">
              <a:avLst/>
            </a:prstGeom>
            <a:noFill/>
            <a:ln w="9525">
              <a:solidFill>
                <a:schemeClr val="tx1"/>
              </a:solidFill>
              <a:round/>
              <a:headEnd/>
              <a:tailEnd/>
            </a:ln>
            <a:effectLst/>
          </p:spPr>
          <p:txBody>
            <a:bodyPr/>
            <a:lstStyle/>
            <a:p>
              <a:endParaRPr lang="zh-CN" altLang="en-US"/>
            </a:p>
          </p:txBody>
        </p:sp>
      </p:grpSp>
      <p:graphicFrame>
        <p:nvGraphicFramePr>
          <p:cNvPr id="40" name="表格 39"/>
          <p:cNvGraphicFramePr>
            <a:graphicFrameLocks noGrp="1"/>
          </p:cNvGraphicFramePr>
          <p:nvPr>
            <p:extLst/>
          </p:nvPr>
        </p:nvGraphicFramePr>
        <p:xfrm>
          <a:off x="2060035" y="2346325"/>
          <a:ext cx="7118027" cy="396240"/>
        </p:xfrm>
        <a:graphic>
          <a:graphicData uri="http://schemas.openxmlformats.org/drawingml/2006/table">
            <a:tbl>
              <a:tblPr firstRow="1" bandRow="1">
                <a:tableStyleId>{5C22544A-7EE6-4342-B048-85BDC9FD1C3A}</a:tableStyleId>
              </a:tblPr>
              <a:tblGrid>
                <a:gridCol w="928694">
                  <a:extLst>
                    <a:ext uri="{9D8B030D-6E8A-4147-A177-3AD203B41FA5}">
                      <a16:colId xmlns:a16="http://schemas.microsoft.com/office/drawing/2014/main" val="20000"/>
                    </a:ext>
                  </a:extLst>
                </a:gridCol>
                <a:gridCol w="1091980">
                  <a:extLst>
                    <a:ext uri="{9D8B030D-6E8A-4147-A177-3AD203B41FA5}">
                      <a16:colId xmlns:a16="http://schemas.microsoft.com/office/drawing/2014/main" val="20001"/>
                    </a:ext>
                  </a:extLst>
                </a:gridCol>
                <a:gridCol w="1056005">
                  <a:extLst>
                    <a:ext uri="{9D8B030D-6E8A-4147-A177-3AD203B41FA5}">
                      <a16:colId xmlns:a16="http://schemas.microsoft.com/office/drawing/2014/main" val="20002"/>
                    </a:ext>
                  </a:extLst>
                </a:gridCol>
                <a:gridCol w="1010337">
                  <a:extLst>
                    <a:ext uri="{9D8B030D-6E8A-4147-A177-3AD203B41FA5}">
                      <a16:colId xmlns:a16="http://schemas.microsoft.com/office/drawing/2014/main" val="20003"/>
                    </a:ext>
                  </a:extLst>
                </a:gridCol>
                <a:gridCol w="1010337">
                  <a:extLst>
                    <a:ext uri="{9D8B030D-6E8A-4147-A177-3AD203B41FA5}">
                      <a16:colId xmlns:a16="http://schemas.microsoft.com/office/drawing/2014/main" val="20004"/>
                    </a:ext>
                  </a:extLst>
                </a:gridCol>
                <a:gridCol w="1010337">
                  <a:extLst>
                    <a:ext uri="{9D8B030D-6E8A-4147-A177-3AD203B41FA5}">
                      <a16:colId xmlns:a16="http://schemas.microsoft.com/office/drawing/2014/main" val="20005"/>
                    </a:ext>
                  </a:extLst>
                </a:gridCol>
                <a:gridCol w="1010337">
                  <a:extLst>
                    <a:ext uri="{9D8B030D-6E8A-4147-A177-3AD203B41FA5}">
                      <a16:colId xmlns:a16="http://schemas.microsoft.com/office/drawing/2014/main" val="20006"/>
                    </a:ext>
                  </a:extLst>
                </a:gridCol>
              </a:tblGrid>
              <a:tr h="370840">
                <a:tc>
                  <a:txBody>
                    <a:bodyPr/>
                    <a:lstStyle/>
                    <a:p>
                      <a:r>
                        <a:rPr lang="en-US" altLang="zh-CN" sz="2000" dirty="0" smtClean="0">
                          <a:solidFill>
                            <a:schemeClr val="tx1"/>
                          </a:solidFill>
                        </a:rPr>
                        <a:t>data</a:t>
                      </a:r>
                      <a:endParaRPr lang="zh-CN" altLang="en-US" sz="2000" dirty="0">
                        <a:solidFill>
                          <a:schemeClr val="tx1"/>
                        </a:solidFill>
                      </a:endParaRPr>
                    </a:p>
                  </a:txBody>
                  <a:tcPr/>
                </a:tc>
                <a:tc>
                  <a:txBody>
                    <a:bodyPr/>
                    <a:lstStyle/>
                    <a:p>
                      <a:r>
                        <a:rPr lang="en-US" altLang="zh-CN" sz="2000" dirty="0" smtClean="0">
                          <a:solidFill>
                            <a:schemeClr val="tx1"/>
                          </a:solidFill>
                        </a:rPr>
                        <a:t>d</a:t>
                      </a:r>
                      <a:endParaRPr lang="zh-CN" altLang="en-US" sz="2000" dirty="0">
                        <a:solidFill>
                          <a:schemeClr val="tx1"/>
                        </a:solidFill>
                      </a:endParaRPr>
                    </a:p>
                  </a:txBody>
                  <a:tcPr/>
                </a:tc>
                <a:tc>
                  <a:txBody>
                    <a:bodyPr/>
                    <a:lstStyle/>
                    <a:p>
                      <a:r>
                        <a:rPr lang="en-US" altLang="zh-CN" sz="2000" dirty="0" smtClean="0">
                          <a:solidFill>
                            <a:schemeClr val="tx1"/>
                          </a:solidFill>
                        </a:rPr>
                        <a:t>child 1</a:t>
                      </a:r>
                      <a:endParaRPr lang="zh-CN" altLang="en-US" sz="2000" dirty="0">
                        <a:solidFill>
                          <a:schemeClr val="tx1"/>
                        </a:solidFill>
                      </a:endParaRPr>
                    </a:p>
                  </a:txBody>
                  <a:tcPr/>
                </a:tc>
                <a:tc>
                  <a:txBody>
                    <a:bodyPr/>
                    <a:lstStyle/>
                    <a:p>
                      <a:r>
                        <a:rPr lang="en-US" altLang="zh-CN" sz="2000" dirty="0" smtClean="0">
                          <a:solidFill>
                            <a:schemeClr val="tx1"/>
                          </a:solidFill>
                        </a:rPr>
                        <a:t>child 2</a:t>
                      </a:r>
                      <a:endParaRPr lang="zh-CN" altLang="en-US" sz="2000" dirty="0">
                        <a:solidFill>
                          <a:schemeClr val="tx1"/>
                        </a:solidFill>
                      </a:endParaRPr>
                    </a:p>
                  </a:txBody>
                  <a:tcPr/>
                </a:tc>
                <a:tc>
                  <a:txBody>
                    <a:bodyPr/>
                    <a:lstStyle/>
                    <a:p>
                      <a:r>
                        <a:rPr lang="en-US" altLang="zh-CN" sz="2000" dirty="0" smtClean="0">
                          <a:solidFill>
                            <a:schemeClr val="tx1"/>
                          </a:solidFill>
                        </a:rPr>
                        <a:t>child 3</a:t>
                      </a:r>
                      <a:endParaRPr lang="zh-CN" altLang="en-US" sz="2000" dirty="0">
                        <a:solidFill>
                          <a:schemeClr val="tx1"/>
                        </a:solidFill>
                      </a:endParaRPr>
                    </a:p>
                  </a:txBody>
                  <a:tcPr/>
                </a:tc>
                <a:tc>
                  <a:txBody>
                    <a:bodyPr/>
                    <a:lstStyle/>
                    <a:p>
                      <a:r>
                        <a:rPr lang="en-US" altLang="zh-CN" sz="2000" dirty="0" smtClean="0">
                          <a:solidFill>
                            <a:schemeClr val="tx1"/>
                          </a:solidFill>
                        </a:rPr>
                        <a:t>……</a:t>
                      </a:r>
                      <a:endParaRPr lang="zh-CN" altLang="en-US" sz="2000" dirty="0">
                        <a:solidFill>
                          <a:schemeClr val="tx1"/>
                        </a:solidFill>
                      </a:endParaRPr>
                    </a:p>
                  </a:txBody>
                  <a:tcPr/>
                </a:tc>
                <a:tc>
                  <a:txBody>
                    <a:bodyPr/>
                    <a:lstStyle/>
                    <a:p>
                      <a:r>
                        <a:rPr lang="en-US" altLang="zh-CN" sz="2000" dirty="0" smtClean="0">
                          <a:solidFill>
                            <a:schemeClr val="tx1"/>
                          </a:solidFill>
                        </a:rPr>
                        <a:t>child d</a:t>
                      </a:r>
                      <a:endParaRPr lang="zh-CN" altLang="en-US" sz="2000" dirty="0">
                        <a:solidFill>
                          <a:schemeClr val="tx1"/>
                        </a:solidFill>
                      </a:endParaRPr>
                    </a:p>
                  </a:txBody>
                  <a:tcPr/>
                </a:tc>
                <a:extLst>
                  <a:ext uri="{0D108BD9-81ED-4DB2-BD59-A6C34878D82A}">
                    <a16:rowId xmlns:a16="http://schemas.microsoft.com/office/drawing/2014/main" val="10000"/>
                  </a:ext>
                </a:extLst>
              </a:tr>
            </a:tbl>
          </a:graphicData>
        </a:graphic>
      </p:graphicFrame>
      <p:grpSp>
        <p:nvGrpSpPr>
          <p:cNvPr id="41" name="组合 40"/>
          <p:cNvGrpSpPr/>
          <p:nvPr/>
        </p:nvGrpSpPr>
        <p:grpSpPr>
          <a:xfrm>
            <a:off x="4881554" y="3357562"/>
            <a:ext cx="5500726" cy="2571768"/>
            <a:chOff x="2786050" y="2857496"/>
            <a:chExt cx="5643602" cy="2571768"/>
          </a:xfrm>
        </p:grpSpPr>
        <p:sp>
          <p:nvSpPr>
            <p:cNvPr id="42" name="矩形 41"/>
            <p:cNvSpPr/>
            <p:nvPr/>
          </p:nvSpPr>
          <p:spPr>
            <a:xfrm>
              <a:off x="4929190" y="2857496"/>
              <a:ext cx="50006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A</a:t>
              </a:r>
              <a:endParaRPr lang="zh-CN" altLang="en-US" dirty="0">
                <a:solidFill>
                  <a:schemeClr val="tx1"/>
                </a:solidFill>
              </a:endParaRPr>
            </a:p>
          </p:txBody>
        </p:sp>
        <p:sp>
          <p:nvSpPr>
            <p:cNvPr id="43" name="矩形 42"/>
            <p:cNvSpPr/>
            <p:nvPr/>
          </p:nvSpPr>
          <p:spPr>
            <a:xfrm>
              <a:off x="5429256" y="2857496"/>
              <a:ext cx="50006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3</a:t>
              </a:r>
              <a:endParaRPr lang="zh-CN" altLang="en-US" dirty="0">
                <a:solidFill>
                  <a:schemeClr val="tx1"/>
                </a:solidFill>
              </a:endParaRPr>
            </a:p>
          </p:txBody>
        </p:sp>
        <p:sp>
          <p:nvSpPr>
            <p:cNvPr id="44" name="矩形 43"/>
            <p:cNvSpPr/>
            <p:nvPr/>
          </p:nvSpPr>
          <p:spPr>
            <a:xfrm>
              <a:off x="6858016" y="2857496"/>
              <a:ext cx="50006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45" name="矩形 44"/>
            <p:cNvSpPr/>
            <p:nvPr/>
          </p:nvSpPr>
          <p:spPr>
            <a:xfrm>
              <a:off x="5857884" y="2857496"/>
              <a:ext cx="50006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46" name="矩形 45"/>
            <p:cNvSpPr/>
            <p:nvPr/>
          </p:nvSpPr>
          <p:spPr>
            <a:xfrm>
              <a:off x="3286116" y="3643314"/>
              <a:ext cx="50006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B</a:t>
              </a:r>
              <a:endParaRPr lang="zh-CN" altLang="en-US" dirty="0">
                <a:solidFill>
                  <a:schemeClr val="tx1"/>
                </a:solidFill>
              </a:endParaRPr>
            </a:p>
          </p:txBody>
        </p:sp>
        <p:sp>
          <p:nvSpPr>
            <p:cNvPr id="47" name="矩形 46"/>
            <p:cNvSpPr/>
            <p:nvPr/>
          </p:nvSpPr>
          <p:spPr>
            <a:xfrm>
              <a:off x="3786182" y="3643314"/>
              <a:ext cx="50006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2</a:t>
              </a:r>
              <a:endParaRPr lang="zh-CN" altLang="en-US" dirty="0">
                <a:solidFill>
                  <a:schemeClr val="tx1"/>
                </a:solidFill>
              </a:endParaRPr>
            </a:p>
          </p:txBody>
        </p:sp>
        <p:sp>
          <p:nvSpPr>
            <p:cNvPr id="48" name="矩形 47"/>
            <p:cNvSpPr/>
            <p:nvPr/>
          </p:nvSpPr>
          <p:spPr>
            <a:xfrm>
              <a:off x="4214810" y="3643314"/>
              <a:ext cx="50006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49" name="矩形 48"/>
            <p:cNvSpPr/>
            <p:nvPr/>
          </p:nvSpPr>
          <p:spPr>
            <a:xfrm>
              <a:off x="6858016" y="3643314"/>
              <a:ext cx="50006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D</a:t>
              </a:r>
              <a:endParaRPr lang="zh-CN" altLang="en-US" dirty="0">
                <a:solidFill>
                  <a:schemeClr val="tx1"/>
                </a:solidFill>
              </a:endParaRPr>
            </a:p>
          </p:txBody>
        </p:sp>
        <p:sp>
          <p:nvSpPr>
            <p:cNvPr id="50" name="矩形 49"/>
            <p:cNvSpPr/>
            <p:nvPr/>
          </p:nvSpPr>
          <p:spPr>
            <a:xfrm>
              <a:off x="7358082" y="3643314"/>
              <a:ext cx="50006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1</a:t>
              </a:r>
              <a:endParaRPr lang="zh-CN" altLang="en-US" dirty="0">
                <a:solidFill>
                  <a:schemeClr val="tx1"/>
                </a:solidFill>
              </a:endParaRPr>
            </a:p>
          </p:txBody>
        </p:sp>
        <p:sp>
          <p:nvSpPr>
            <p:cNvPr id="51" name="矩形 50"/>
            <p:cNvSpPr/>
            <p:nvPr/>
          </p:nvSpPr>
          <p:spPr>
            <a:xfrm>
              <a:off x="7786710" y="3643314"/>
              <a:ext cx="50006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cxnSp>
          <p:nvCxnSpPr>
            <p:cNvPr id="52" name="直接箭头连接符 51"/>
            <p:cNvCxnSpPr>
              <a:stCxn id="45" idx="2"/>
            </p:cNvCxnSpPr>
            <p:nvPr/>
          </p:nvCxnSpPr>
          <p:spPr>
            <a:xfrm rot="5400000">
              <a:off x="4697016" y="2160977"/>
              <a:ext cx="357193" cy="246461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3" name="矩形 52"/>
            <p:cNvSpPr/>
            <p:nvPr/>
          </p:nvSpPr>
          <p:spPr>
            <a:xfrm>
              <a:off x="6357950" y="2857496"/>
              <a:ext cx="50006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cxnSp>
          <p:nvCxnSpPr>
            <p:cNvPr id="54" name="直接箭头连接符 53"/>
            <p:cNvCxnSpPr>
              <a:stCxn id="44" idx="2"/>
              <a:endCxn id="49" idx="0"/>
            </p:cNvCxnSpPr>
            <p:nvPr/>
          </p:nvCxnSpPr>
          <p:spPr>
            <a:xfrm rot="5400000">
              <a:off x="6893735" y="3429000"/>
              <a:ext cx="428628"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5" name="矩形 54"/>
            <p:cNvSpPr/>
            <p:nvPr/>
          </p:nvSpPr>
          <p:spPr>
            <a:xfrm>
              <a:off x="4643438" y="3643314"/>
              <a:ext cx="50006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56" name="矩形 55"/>
            <p:cNvSpPr/>
            <p:nvPr/>
          </p:nvSpPr>
          <p:spPr>
            <a:xfrm>
              <a:off x="5429256" y="3643314"/>
              <a:ext cx="50006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C</a:t>
              </a:r>
              <a:endParaRPr lang="zh-CN" altLang="en-US" dirty="0">
                <a:solidFill>
                  <a:schemeClr val="tx1"/>
                </a:solidFill>
              </a:endParaRPr>
            </a:p>
          </p:txBody>
        </p:sp>
        <p:sp>
          <p:nvSpPr>
            <p:cNvPr id="57" name="矩形 56"/>
            <p:cNvSpPr/>
            <p:nvPr/>
          </p:nvSpPr>
          <p:spPr>
            <a:xfrm>
              <a:off x="5929322" y="3643314"/>
              <a:ext cx="50006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0</a:t>
              </a:r>
              <a:endParaRPr lang="zh-CN" altLang="en-US" dirty="0">
                <a:solidFill>
                  <a:schemeClr val="tx1"/>
                </a:solidFill>
              </a:endParaRPr>
            </a:p>
          </p:txBody>
        </p:sp>
        <p:cxnSp>
          <p:nvCxnSpPr>
            <p:cNvPr id="58" name="直接箭头连接符 57"/>
            <p:cNvCxnSpPr>
              <a:stCxn id="53" idx="2"/>
            </p:cNvCxnSpPr>
            <p:nvPr/>
          </p:nvCxnSpPr>
          <p:spPr>
            <a:xfrm rot="5400000">
              <a:off x="6018620" y="2982513"/>
              <a:ext cx="357190" cy="82153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9" name="矩形 58"/>
            <p:cNvSpPr/>
            <p:nvPr/>
          </p:nvSpPr>
          <p:spPr>
            <a:xfrm>
              <a:off x="2786050" y="4357694"/>
              <a:ext cx="50006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E</a:t>
              </a:r>
              <a:endParaRPr lang="zh-CN" altLang="en-US" dirty="0">
                <a:solidFill>
                  <a:schemeClr val="tx1"/>
                </a:solidFill>
              </a:endParaRPr>
            </a:p>
          </p:txBody>
        </p:sp>
        <p:sp>
          <p:nvSpPr>
            <p:cNvPr id="60" name="矩形 59"/>
            <p:cNvSpPr/>
            <p:nvPr/>
          </p:nvSpPr>
          <p:spPr>
            <a:xfrm>
              <a:off x="3286116" y="4357694"/>
              <a:ext cx="50006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0</a:t>
              </a:r>
              <a:endParaRPr lang="zh-CN" altLang="en-US" dirty="0">
                <a:solidFill>
                  <a:schemeClr val="tx1"/>
                </a:solidFill>
              </a:endParaRPr>
            </a:p>
          </p:txBody>
        </p:sp>
        <p:cxnSp>
          <p:nvCxnSpPr>
            <p:cNvPr id="61" name="直接箭头连接符 60"/>
            <p:cNvCxnSpPr>
              <a:stCxn id="48" idx="2"/>
              <a:endCxn id="59" idx="0"/>
            </p:cNvCxnSpPr>
            <p:nvPr/>
          </p:nvCxnSpPr>
          <p:spPr>
            <a:xfrm rot="5400000">
              <a:off x="3571868" y="3464719"/>
              <a:ext cx="357190" cy="142876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2" name="矩形 61"/>
            <p:cNvSpPr/>
            <p:nvPr/>
          </p:nvSpPr>
          <p:spPr>
            <a:xfrm>
              <a:off x="4214810" y="4357694"/>
              <a:ext cx="50006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F</a:t>
              </a:r>
              <a:endParaRPr lang="zh-CN" altLang="en-US" dirty="0">
                <a:solidFill>
                  <a:schemeClr val="tx1"/>
                </a:solidFill>
              </a:endParaRPr>
            </a:p>
          </p:txBody>
        </p:sp>
        <p:sp>
          <p:nvSpPr>
            <p:cNvPr id="63" name="矩形 62"/>
            <p:cNvSpPr/>
            <p:nvPr/>
          </p:nvSpPr>
          <p:spPr>
            <a:xfrm>
              <a:off x="4714876" y="4357694"/>
              <a:ext cx="50006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0</a:t>
              </a:r>
              <a:endParaRPr lang="zh-CN" altLang="en-US" dirty="0">
                <a:solidFill>
                  <a:schemeClr val="tx1"/>
                </a:solidFill>
              </a:endParaRPr>
            </a:p>
          </p:txBody>
        </p:sp>
        <p:cxnSp>
          <p:nvCxnSpPr>
            <p:cNvPr id="64" name="直接箭头连接符 63"/>
            <p:cNvCxnSpPr>
              <a:stCxn id="55" idx="2"/>
            </p:cNvCxnSpPr>
            <p:nvPr/>
          </p:nvCxnSpPr>
          <p:spPr>
            <a:xfrm rot="5400000">
              <a:off x="4589860" y="4054083"/>
              <a:ext cx="357190" cy="25003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5" name="矩形 64"/>
            <p:cNvSpPr/>
            <p:nvPr/>
          </p:nvSpPr>
          <p:spPr>
            <a:xfrm>
              <a:off x="6000760" y="5072074"/>
              <a:ext cx="50006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H</a:t>
              </a:r>
              <a:endParaRPr lang="zh-CN" altLang="en-US" dirty="0">
                <a:solidFill>
                  <a:schemeClr val="tx1"/>
                </a:solidFill>
              </a:endParaRPr>
            </a:p>
          </p:txBody>
        </p:sp>
        <p:sp>
          <p:nvSpPr>
            <p:cNvPr id="66" name="矩形 65"/>
            <p:cNvSpPr/>
            <p:nvPr/>
          </p:nvSpPr>
          <p:spPr>
            <a:xfrm>
              <a:off x="6500826" y="5072074"/>
              <a:ext cx="50006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0</a:t>
              </a:r>
              <a:endParaRPr lang="zh-CN" altLang="en-US" dirty="0">
                <a:solidFill>
                  <a:schemeClr val="tx1"/>
                </a:solidFill>
              </a:endParaRPr>
            </a:p>
          </p:txBody>
        </p:sp>
        <p:sp>
          <p:nvSpPr>
            <p:cNvPr id="67" name="矩形 66"/>
            <p:cNvSpPr/>
            <p:nvPr/>
          </p:nvSpPr>
          <p:spPr>
            <a:xfrm>
              <a:off x="7429520" y="5072074"/>
              <a:ext cx="50006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I</a:t>
              </a:r>
              <a:endParaRPr lang="zh-CN" altLang="en-US" dirty="0">
                <a:solidFill>
                  <a:schemeClr val="tx1"/>
                </a:solidFill>
              </a:endParaRPr>
            </a:p>
          </p:txBody>
        </p:sp>
        <p:sp>
          <p:nvSpPr>
            <p:cNvPr id="68" name="矩形 67"/>
            <p:cNvSpPr/>
            <p:nvPr/>
          </p:nvSpPr>
          <p:spPr>
            <a:xfrm>
              <a:off x="7929586" y="5072074"/>
              <a:ext cx="50006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0</a:t>
              </a:r>
              <a:endParaRPr lang="zh-CN" altLang="en-US" dirty="0">
                <a:solidFill>
                  <a:schemeClr val="tx1"/>
                </a:solidFill>
              </a:endParaRPr>
            </a:p>
          </p:txBody>
        </p:sp>
        <p:sp>
          <p:nvSpPr>
            <p:cNvPr id="69" name="矩形 68"/>
            <p:cNvSpPr/>
            <p:nvPr/>
          </p:nvSpPr>
          <p:spPr>
            <a:xfrm>
              <a:off x="6500826" y="4357694"/>
              <a:ext cx="50006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G</a:t>
              </a:r>
              <a:endParaRPr lang="zh-CN" altLang="en-US" dirty="0">
                <a:solidFill>
                  <a:schemeClr val="tx1"/>
                </a:solidFill>
              </a:endParaRPr>
            </a:p>
          </p:txBody>
        </p:sp>
        <p:sp>
          <p:nvSpPr>
            <p:cNvPr id="70" name="矩形 69"/>
            <p:cNvSpPr/>
            <p:nvPr/>
          </p:nvSpPr>
          <p:spPr>
            <a:xfrm>
              <a:off x="7000892" y="4357694"/>
              <a:ext cx="50006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2</a:t>
              </a:r>
              <a:endParaRPr lang="zh-CN" altLang="en-US" dirty="0">
                <a:solidFill>
                  <a:schemeClr val="tx1"/>
                </a:solidFill>
              </a:endParaRPr>
            </a:p>
          </p:txBody>
        </p:sp>
        <p:sp>
          <p:nvSpPr>
            <p:cNvPr id="71" name="矩形 70"/>
            <p:cNvSpPr/>
            <p:nvPr/>
          </p:nvSpPr>
          <p:spPr>
            <a:xfrm>
              <a:off x="7429520" y="4357694"/>
              <a:ext cx="50006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2" name="矩形 71"/>
            <p:cNvSpPr/>
            <p:nvPr/>
          </p:nvSpPr>
          <p:spPr>
            <a:xfrm>
              <a:off x="7858148" y="4357694"/>
              <a:ext cx="50006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cxnSp>
          <p:nvCxnSpPr>
            <p:cNvPr id="73" name="直接箭头连接符 72"/>
            <p:cNvCxnSpPr>
              <a:stCxn id="51" idx="2"/>
              <a:endCxn id="69" idx="0"/>
            </p:cNvCxnSpPr>
            <p:nvPr/>
          </p:nvCxnSpPr>
          <p:spPr>
            <a:xfrm rot="5400000">
              <a:off x="7215206" y="3536157"/>
              <a:ext cx="357190" cy="128588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4" name="直接箭头连接符 73"/>
            <p:cNvCxnSpPr>
              <a:stCxn id="71" idx="2"/>
              <a:endCxn id="65" idx="0"/>
            </p:cNvCxnSpPr>
            <p:nvPr/>
          </p:nvCxnSpPr>
          <p:spPr>
            <a:xfrm rot="5400000">
              <a:off x="6786578" y="4179099"/>
              <a:ext cx="357190" cy="142876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5" name="直接箭头连接符 74"/>
            <p:cNvCxnSpPr>
              <a:stCxn id="72" idx="2"/>
              <a:endCxn id="67" idx="0"/>
            </p:cNvCxnSpPr>
            <p:nvPr/>
          </p:nvCxnSpPr>
          <p:spPr>
            <a:xfrm rot="5400000">
              <a:off x="7715272" y="4679165"/>
              <a:ext cx="357190" cy="42862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46627932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Tree Representations</a:t>
            </a:r>
            <a:endParaRPr lang="zh-CN" altLang="en-US" dirty="0"/>
          </a:p>
        </p:txBody>
      </p:sp>
      <p:sp>
        <p:nvSpPr>
          <p:cNvPr id="3" name="内容占位符 2"/>
          <p:cNvSpPr>
            <a:spLocks noGrp="1"/>
          </p:cNvSpPr>
          <p:nvPr>
            <p:ph idx="1"/>
          </p:nvPr>
        </p:nvSpPr>
        <p:spPr/>
        <p:txBody>
          <a:bodyPr/>
          <a:lstStyle/>
          <a:p>
            <a:r>
              <a:rPr lang="en-US" altLang="zh-CN" dirty="0" smtClean="0"/>
              <a:t>Child-link</a:t>
            </a:r>
            <a:r>
              <a:rPr lang="zh-CN" altLang="en-US" dirty="0" smtClean="0"/>
              <a:t>（孩子链表表示法）</a:t>
            </a:r>
            <a:endParaRPr lang="en-US" altLang="zh-CN" dirty="0" smtClean="0"/>
          </a:p>
          <a:p>
            <a:endParaRPr lang="en-US" altLang="zh-CN" dirty="0" smtClean="0"/>
          </a:p>
          <a:p>
            <a:endParaRPr lang="zh-CN" altLang="en-US" dirty="0"/>
          </a:p>
        </p:txBody>
      </p:sp>
      <p:grpSp>
        <p:nvGrpSpPr>
          <p:cNvPr id="4" name="Group 4"/>
          <p:cNvGrpSpPr>
            <a:grpSpLocks/>
          </p:cNvGrpSpPr>
          <p:nvPr/>
        </p:nvGrpSpPr>
        <p:grpSpPr bwMode="auto">
          <a:xfrm>
            <a:off x="970970" y="2637662"/>
            <a:ext cx="3286148" cy="2755883"/>
            <a:chOff x="340" y="1888"/>
            <a:chExt cx="2314" cy="1938"/>
          </a:xfrm>
        </p:grpSpPr>
        <p:grpSp>
          <p:nvGrpSpPr>
            <p:cNvPr id="5" name="Group 5"/>
            <p:cNvGrpSpPr>
              <a:grpSpLocks/>
            </p:cNvGrpSpPr>
            <p:nvPr/>
          </p:nvGrpSpPr>
          <p:grpSpPr bwMode="auto">
            <a:xfrm>
              <a:off x="1292" y="1888"/>
              <a:ext cx="318" cy="305"/>
              <a:chOff x="1020" y="2387"/>
              <a:chExt cx="318" cy="305"/>
            </a:xfrm>
          </p:grpSpPr>
          <p:sp>
            <p:nvSpPr>
              <p:cNvPr id="38" name="Oval 6"/>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39" name="Text Box 7"/>
              <p:cNvSpPr txBox="1">
                <a:spLocks noChangeArrowheads="1"/>
              </p:cNvSpPr>
              <p:nvPr/>
            </p:nvSpPr>
            <p:spPr bwMode="auto">
              <a:xfrm>
                <a:off x="1066" y="2432"/>
                <a:ext cx="272" cy="260"/>
              </a:xfrm>
              <a:prstGeom prst="rect">
                <a:avLst/>
              </a:prstGeom>
              <a:noFill/>
              <a:ln w="9525">
                <a:noFill/>
                <a:miter lim="800000"/>
                <a:headEnd/>
                <a:tailEnd/>
              </a:ln>
              <a:effectLst/>
            </p:spPr>
            <p:txBody>
              <a:bodyPr>
                <a:spAutoFit/>
              </a:bodyPr>
              <a:lstStyle/>
              <a:p>
                <a:pPr>
                  <a:spcBef>
                    <a:spcPct val="50000"/>
                  </a:spcBef>
                </a:pPr>
                <a:r>
                  <a:rPr lang="en-US" altLang="zh-CN" dirty="0"/>
                  <a:t>A</a:t>
                </a:r>
              </a:p>
            </p:txBody>
          </p:sp>
        </p:grpSp>
        <p:grpSp>
          <p:nvGrpSpPr>
            <p:cNvPr id="6" name="Group 8"/>
            <p:cNvGrpSpPr>
              <a:grpSpLocks/>
            </p:cNvGrpSpPr>
            <p:nvPr/>
          </p:nvGrpSpPr>
          <p:grpSpPr bwMode="auto">
            <a:xfrm>
              <a:off x="793" y="2478"/>
              <a:ext cx="318" cy="305"/>
              <a:chOff x="1020" y="2387"/>
              <a:chExt cx="318" cy="305"/>
            </a:xfrm>
          </p:grpSpPr>
          <p:sp>
            <p:nvSpPr>
              <p:cNvPr id="36" name="Oval 9"/>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37" name="Text Box 10"/>
              <p:cNvSpPr txBox="1">
                <a:spLocks noChangeArrowheads="1"/>
              </p:cNvSpPr>
              <p:nvPr/>
            </p:nvSpPr>
            <p:spPr bwMode="auto">
              <a:xfrm>
                <a:off x="1066" y="2432"/>
                <a:ext cx="272" cy="260"/>
              </a:xfrm>
              <a:prstGeom prst="rect">
                <a:avLst/>
              </a:prstGeom>
              <a:noFill/>
              <a:ln w="9525">
                <a:noFill/>
                <a:miter lim="800000"/>
                <a:headEnd/>
                <a:tailEnd/>
              </a:ln>
              <a:effectLst/>
            </p:spPr>
            <p:txBody>
              <a:bodyPr>
                <a:spAutoFit/>
              </a:bodyPr>
              <a:lstStyle/>
              <a:p>
                <a:pPr>
                  <a:spcBef>
                    <a:spcPct val="50000"/>
                  </a:spcBef>
                </a:pPr>
                <a:r>
                  <a:rPr lang="en-US" altLang="zh-CN" dirty="0"/>
                  <a:t>B</a:t>
                </a:r>
              </a:p>
            </p:txBody>
          </p:sp>
        </p:grpSp>
        <p:grpSp>
          <p:nvGrpSpPr>
            <p:cNvPr id="7" name="Group 11"/>
            <p:cNvGrpSpPr>
              <a:grpSpLocks/>
            </p:cNvGrpSpPr>
            <p:nvPr/>
          </p:nvGrpSpPr>
          <p:grpSpPr bwMode="auto">
            <a:xfrm>
              <a:off x="1338" y="2478"/>
              <a:ext cx="318" cy="305"/>
              <a:chOff x="1020" y="2387"/>
              <a:chExt cx="318" cy="305"/>
            </a:xfrm>
          </p:grpSpPr>
          <p:sp>
            <p:nvSpPr>
              <p:cNvPr id="34" name="Oval 12"/>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35" name="Text Box 13"/>
              <p:cNvSpPr txBox="1">
                <a:spLocks noChangeArrowheads="1"/>
              </p:cNvSpPr>
              <p:nvPr/>
            </p:nvSpPr>
            <p:spPr bwMode="auto">
              <a:xfrm>
                <a:off x="1066" y="2432"/>
                <a:ext cx="272" cy="260"/>
              </a:xfrm>
              <a:prstGeom prst="rect">
                <a:avLst/>
              </a:prstGeom>
              <a:noFill/>
              <a:ln w="9525">
                <a:noFill/>
                <a:miter lim="800000"/>
                <a:headEnd/>
                <a:tailEnd/>
              </a:ln>
              <a:effectLst/>
            </p:spPr>
            <p:txBody>
              <a:bodyPr>
                <a:spAutoFit/>
              </a:bodyPr>
              <a:lstStyle/>
              <a:p>
                <a:pPr>
                  <a:spcBef>
                    <a:spcPct val="50000"/>
                  </a:spcBef>
                </a:pPr>
                <a:r>
                  <a:rPr lang="en-US" altLang="zh-CN" dirty="0"/>
                  <a:t>C</a:t>
                </a:r>
              </a:p>
            </p:txBody>
          </p:sp>
        </p:grpSp>
        <p:grpSp>
          <p:nvGrpSpPr>
            <p:cNvPr id="8" name="Group 14"/>
            <p:cNvGrpSpPr>
              <a:grpSpLocks/>
            </p:cNvGrpSpPr>
            <p:nvPr/>
          </p:nvGrpSpPr>
          <p:grpSpPr bwMode="auto">
            <a:xfrm>
              <a:off x="340" y="3022"/>
              <a:ext cx="318" cy="305"/>
              <a:chOff x="1020" y="2387"/>
              <a:chExt cx="318" cy="305"/>
            </a:xfrm>
          </p:grpSpPr>
          <p:sp>
            <p:nvSpPr>
              <p:cNvPr id="32" name="Oval 15"/>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33" name="Text Box 16"/>
              <p:cNvSpPr txBox="1">
                <a:spLocks noChangeArrowheads="1"/>
              </p:cNvSpPr>
              <p:nvPr/>
            </p:nvSpPr>
            <p:spPr bwMode="auto">
              <a:xfrm>
                <a:off x="1066" y="2432"/>
                <a:ext cx="272" cy="260"/>
              </a:xfrm>
              <a:prstGeom prst="rect">
                <a:avLst/>
              </a:prstGeom>
              <a:noFill/>
              <a:ln w="9525">
                <a:noFill/>
                <a:miter lim="800000"/>
                <a:headEnd/>
                <a:tailEnd/>
              </a:ln>
              <a:effectLst/>
            </p:spPr>
            <p:txBody>
              <a:bodyPr>
                <a:spAutoFit/>
              </a:bodyPr>
              <a:lstStyle/>
              <a:p>
                <a:pPr>
                  <a:spcBef>
                    <a:spcPct val="50000"/>
                  </a:spcBef>
                </a:pPr>
                <a:r>
                  <a:rPr lang="en-US" altLang="zh-CN" dirty="0"/>
                  <a:t>E</a:t>
                </a:r>
              </a:p>
            </p:txBody>
          </p:sp>
        </p:grpSp>
        <p:grpSp>
          <p:nvGrpSpPr>
            <p:cNvPr id="9" name="Group 17"/>
            <p:cNvGrpSpPr>
              <a:grpSpLocks/>
            </p:cNvGrpSpPr>
            <p:nvPr/>
          </p:nvGrpSpPr>
          <p:grpSpPr bwMode="auto">
            <a:xfrm>
              <a:off x="1882" y="2478"/>
              <a:ext cx="318" cy="305"/>
              <a:chOff x="1020" y="2387"/>
              <a:chExt cx="318" cy="305"/>
            </a:xfrm>
          </p:grpSpPr>
          <p:sp>
            <p:nvSpPr>
              <p:cNvPr id="30" name="Oval 18"/>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31" name="Text Box 19"/>
              <p:cNvSpPr txBox="1">
                <a:spLocks noChangeArrowheads="1"/>
              </p:cNvSpPr>
              <p:nvPr/>
            </p:nvSpPr>
            <p:spPr bwMode="auto">
              <a:xfrm>
                <a:off x="1066" y="2432"/>
                <a:ext cx="272" cy="260"/>
              </a:xfrm>
              <a:prstGeom prst="rect">
                <a:avLst/>
              </a:prstGeom>
              <a:noFill/>
              <a:ln w="9525">
                <a:noFill/>
                <a:miter lim="800000"/>
                <a:headEnd/>
                <a:tailEnd/>
              </a:ln>
              <a:effectLst/>
            </p:spPr>
            <p:txBody>
              <a:bodyPr>
                <a:spAutoFit/>
              </a:bodyPr>
              <a:lstStyle/>
              <a:p>
                <a:pPr>
                  <a:spcBef>
                    <a:spcPct val="50000"/>
                  </a:spcBef>
                </a:pPr>
                <a:r>
                  <a:rPr lang="en-US" altLang="zh-CN" dirty="0"/>
                  <a:t>D</a:t>
                </a:r>
              </a:p>
            </p:txBody>
          </p:sp>
        </p:grpSp>
        <p:grpSp>
          <p:nvGrpSpPr>
            <p:cNvPr id="10" name="Group 20"/>
            <p:cNvGrpSpPr>
              <a:grpSpLocks/>
            </p:cNvGrpSpPr>
            <p:nvPr/>
          </p:nvGrpSpPr>
          <p:grpSpPr bwMode="auto">
            <a:xfrm>
              <a:off x="975" y="3018"/>
              <a:ext cx="318" cy="305"/>
              <a:chOff x="1020" y="2387"/>
              <a:chExt cx="318" cy="305"/>
            </a:xfrm>
          </p:grpSpPr>
          <p:sp>
            <p:nvSpPr>
              <p:cNvPr id="28" name="Oval 21"/>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29" name="Text Box 22"/>
              <p:cNvSpPr txBox="1">
                <a:spLocks noChangeArrowheads="1"/>
              </p:cNvSpPr>
              <p:nvPr/>
            </p:nvSpPr>
            <p:spPr bwMode="auto">
              <a:xfrm>
                <a:off x="1066" y="2432"/>
                <a:ext cx="272" cy="260"/>
              </a:xfrm>
              <a:prstGeom prst="rect">
                <a:avLst/>
              </a:prstGeom>
              <a:noFill/>
              <a:ln w="9525">
                <a:noFill/>
                <a:miter lim="800000"/>
                <a:headEnd/>
                <a:tailEnd/>
              </a:ln>
              <a:effectLst/>
            </p:spPr>
            <p:txBody>
              <a:bodyPr>
                <a:spAutoFit/>
              </a:bodyPr>
              <a:lstStyle/>
              <a:p>
                <a:pPr>
                  <a:spcBef>
                    <a:spcPct val="50000"/>
                  </a:spcBef>
                </a:pPr>
                <a:r>
                  <a:rPr lang="en-US" altLang="zh-CN" dirty="0"/>
                  <a:t>F</a:t>
                </a:r>
              </a:p>
            </p:txBody>
          </p:sp>
        </p:grpSp>
        <p:grpSp>
          <p:nvGrpSpPr>
            <p:cNvPr id="11" name="Group 23"/>
            <p:cNvGrpSpPr>
              <a:grpSpLocks/>
            </p:cNvGrpSpPr>
            <p:nvPr/>
          </p:nvGrpSpPr>
          <p:grpSpPr bwMode="auto">
            <a:xfrm>
              <a:off x="1882" y="3022"/>
              <a:ext cx="318" cy="305"/>
              <a:chOff x="1020" y="2387"/>
              <a:chExt cx="318" cy="305"/>
            </a:xfrm>
          </p:grpSpPr>
          <p:sp>
            <p:nvSpPr>
              <p:cNvPr id="26" name="Oval 24"/>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27" name="Text Box 25"/>
              <p:cNvSpPr txBox="1">
                <a:spLocks noChangeArrowheads="1"/>
              </p:cNvSpPr>
              <p:nvPr/>
            </p:nvSpPr>
            <p:spPr bwMode="auto">
              <a:xfrm>
                <a:off x="1066" y="2432"/>
                <a:ext cx="272" cy="260"/>
              </a:xfrm>
              <a:prstGeom prst="rect">
                <a:avLst/>
              </a:prstGeom>
              <a:noFill/>
              <a:ln w="9525">
                <a:noFill/>
                <a:miter lim="800000"/>
                <a:headEnd/>
                <a:tailEnd/>
              </a:ln>
              <a:effectLst/>
            </p:spPr>
            <p:txBody>
              <a:bodyPr>
                <a:spAutoFit/>
              </a:bodyPr>
              <a:lstStyle/>
              <a:p>
                <a:pPr>
                  <a:spcBef>
                    <a:spcPct val="50000"/>
                  </a:spcBef>
                </a:pPr>
                <a:r>
                  <a:rPr lang="en-US" altLang="zh-CN" dirty="0"/>
                  <a:t>G</a:t>
                </a:r>
              </a:p>
            </p:txBody>
          </p:sp>
        </p:grpSp>
        <p:grpSp>
          <p:nvGrpSpPr>
            <p:cNvPr id="12" name="Group 26"/>
            <p:cNvGrpSpPr>
              <a:grpSpLocks/>
            </p:cNvGrpSpPr>
            <p:nvPr/>
          </p:nvGrpSpPr>
          <p:grpSpPr bwMode="auto">
            <a:xfrm>
              <a:off x="1473" y="3521"/>
              <a:ext cx="318" cy="305"/>
              <a:chOff x="1020" y="2387"/>
              <a:chExt cx="318" cy="305"/>
            </a:xfrm>
          </p:grpSpPr>
          <p:sp>
            <p:nvSpPr>
              <p:cNvPr id="24" name="Oval 27"/>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25" name="Text Box 28"/>
              <p:cNvSpPr txBox="1">
                <a:spLocks noChangeArrowheads="1"/>
              </p:cNvSpPr>
              <p:nvPr/>
            </p:nvSpPr>
            <p:spPr bwMode="auto">
              <a:xfrm>
                <a:off x="1066" y="2432"/>
                <a:ext cx="272" cy="260"/>
              </a:xfrm>
              <a:prstGeom prst="rect">
                <a:avLst/>
              </a:prstGeom>
              <a:noFill/>
              <a:ln w="9525">
                <a:noFill/>
                <a:miter lim="800000"/>
                <a:headEnd/>
                <a:tailEnd/>
              </a:ln>
              <a:effectLst/>
            </p:spPr>
            <p:txBody>
              <a:bodyPr>
                <a:spAutoFit/>
              </a:bodyPr>
              <a:lstStyle/>
              <a:p>
                <a:pPr>
                  <a:spcBef>
                    <a:spcPct val="50000"/>
                  </a:spcBef>
                </a:pPr>
                <a:r>
                  <a:rPr lang="en-US" altLang="zh-CN" dirty="0"/>
                  <a:t>H</a:t>
                </a:r>
              </a:p>
            </p:txBody>
          </p:sp>
        </p:grpSp>
        <p:grpSp>
          <p:nvGrpSpPr>
            <p:cNvPr id="13" name="Group 29"/>
            <p:cNvGrpSpPr>
              <a:grpSpLocks/>
            </p:cNvGrpSpPr>
            <p:nvPr/>
          </p:nvGrpSpPr>
          <p:grpSpPr bwMode="auto">
            <a:xfrm>
              <a:off x="2336" y="3521"/>
              <a:ext cx="318" cy="305"/>
              <a:chOff x="1020" y="2387"/>
              <a:chExt cx="318" cy="305"/>
            </a:xfrm>
          </p:grpSpPr>
          <p:sp>
            <p:nvSpPr>
              <p:cNvPr id="22" name="Oval 30"/>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23" name="Text Box 31"/>
              <p:cNvSpPr txBox="1">
                <a:spLocks noChangeArrowheads="1"/>
              </p:cNvSpPr>
              <p:nvPr/>
            </p:nvSpPr>
            <p:spPr bwMode="auto">
              <a:xfrm>
                <a:off x="1066" y="2432"/>
                <a:ext cx="272" cy="260"/>
              </a:xfrm>
              <a:prstGeom prst="rect">
                <a:avLst/>
              </a:prstGeom>
              <a:noFill/>
              <a:ln w="9525">
                <a:noFill/>
                <a:miter lim="800000"/>
                <a:headEnd/>
                <a:tailEnd/>
              </a:ln>
              <a:effectLst/>
            </p:spPr>
            <p:txBody>
              <a:bodyPr>
                <a:spAutoFit/>
              </a:bodyPr>
              <a:lstStyle/>
              <a:p>
                <a:pPr>
                  <a:spcBef>
                    <a:spcPct val="50000"/>
                  </a:spcBef>
                </a:pPr>
                <a:r>
                  <a:rPr lang="en-US" altLang="zh-CN" dirty="0"/>
                  <a:t>I</a:t>
                </a:r>
              </a:p>
            </p:txBody>
          </p:sp>
        </p:grpSp>
        <p:sp>
          <p:nvSpPr>
            <p:cNvPr id="14" name="Line 32"/>
            <p:cNvSpPr>
              <a:spLocks noChangeShapeType="1"/>
            </p:cNvSpPr>
            <p:nvPr/>
          </p:nvSpPr>
          <p:spPr bwMode="auto">
            <a:xfrm flipH="1">
              <a:off x="1066" y="2115"/>
              <a:ext cx="317" cy="408"/>
            </a:xfrm>
            <a:prstGeom prst="line">
              <a:avLst/>
            </a:prstGeom>
            <a:noFill/>
            <a:ln w="9525">
              <a:solidFill>
                <a:schemeClr val="tx1"/>
              </a:solidFill>
              <a:round/>
              <a:headEnd/>
              <a:tailEnd/>
            </a:ln>
            <a:effectLst/>
          </p:spPr>
          <p:txBody>
            <a:bodyPr/>
            <a:lstStyle/>
            <a:p>
              <a:endParaRPr lang="zh-CN" altLang="en-US"/>
            </a:p>
          </p:txBody>
        </p:sp>
        <p:sp>
          <p:nvSpPr>
            <p:cNvPr id="15" name="Line 33"/>
            <p:cNvSpPr>
              <a:spLocks noChangeShapeType="1"/>
            </p:cNvSpPr>
            <p:nvPr/>
          </p:nvSpPr>
          <p:spPr bwMode="auto">
            <a:xfrm>
              <a:off x="1474" y="2115"/>
              <a:ext cx="45" cy="363"/>
            </a:xfrm>
            <a:prstGeom prst="line">
              <a:avLst/>
            </a:prstGeom>
            <a:noFill/>
            <a:ln w="9525">
              <a:solidFill>
                <a:schemeClr val="tx1"/>
              </a:solidFill>
              <a:round/>
              <a:headEnd/>
              <a:tailEnd/>
            </a:ln>
            <a:effectLst/>
          </p:spPr>
          <p:txBody>
            <a:bodyPr/>
            <a:lstStyle/>
            <a:p>
              <a:endParaRPr lang="zh-CN" altLang="en-US"/>
            </a:p>
          </p:txBody>
        </p:sp>
        <p:sp>
          <p:nvSpPr>
            <p:cNvPr id="16" name="Line 34"/>
            <p:cNvSpPr>
              <a:spLocks noChangeShapeType="1"/>
            </p:cNvSpPr>
            <p:nvPr/>
          </p:nvSpPr>
          <p:spPr bwMode="auto">
            <a:xfrm>
              <a:off x="1565" y="2115"/>
              <a:ext cx="453" cy="363"/>
            </a:xfrm>
            <a:prstGeom prst="line">
              <a:avLst/>
            </a:prstGeom>
            <a:noFill/>
            <a:ln w="9525">
              <a:solidFill>
                <a:schemeClr val="tx1"/>
              </a:solidFill>
              <a:round/>
              <a:headEnd/>
              <a:tailEnd/>
            </a:ln>
            <a:effectLst/>
          </p:spPr>
          <p:txBody>
            <a:bodyPr/>
            <a:lstStyle/>
            <a:p>
              <a:endParaRPr lang="zh-CN" altLang="en-US"/>
            </a:p>
          </p:txBody>
        </p:sp>
        <p:sp>
          <p:nvSpPr>
            <p:cNvPr id="17" name="Line 35"/>
            <p:cNvSpPr>
              <a:spLocks noChangeShapeType="1"/>
            </p:cNvSpPr>
            <p:nvPr/>
          </p:nvSpPr>
          <p:spPr bwMode="auto">
            <a:xfrm flipH="1">
              <a:off x="567" y="2704"/>
              <a:ext cx="317" cy="318"/>
            </a:xfrm>
            <a:prstGeom prst="line">
              <a:avLst/>
            </a:prstGeom>
            <a:noFill/>
            <a:ln w="9525">
              <a:solidFill>
                <a:schemeClr val="tx1"/>
              </a:solidFill>
              <a:round/>
              <a:headEnd/>
              <a:tailEnd/>
            </a:ln>
            <a:effectLst/>
          </p:spPr>
          <p:txBody>
            <a:bodyPr/>
            <a:lstStyle/>
            <a:p>
              <a:endParaRPr lang="zh-CN" altLang="en-US"/>
            </a:p>
          </p:txBody>
        </p:sp>
        <p:sp>
          <p:nvSpPr>
            <p:cNvPr id="18" name="Line 36"/>
            <p:cNvSpPr>
              <a:spLocks noChangeShapeType="1"/>
            </p:cNvSpPr>
            <p:nvPr/>
          </p:nvSpPr>
          <p:spPr bwMode="auto">
            <a:xfrm>
              <a:off x="1020" y="2750"/>
              <a:ext cx="182" cy="272"/>
            </a:xfrm>
            <a:prstGeom prst="line">
              <a:avLst/>
            </a:prstGeom>
            <a:noFill/>
            <a:ln w="9525">
              <a:solidFill>
                <a:schemeClr val="tx1"/>
              </a:solidFill>
              <a:round/>
              <a:headEnd/>
              <a:tailEnd/>
            </a:ln>
            <a:effectLst/>
          </p:spPr>
          <p:txBody>
            <a:bodyPr/>
            <a:lstStyle/>
            <a:p>
              <a:endParaRPr lang="zh-CN" altLang="en-US"/>
            </a:p>
          </p:txBody>
        </p:sp>
        <p:sp>
          <p:nvSpPr>
            <p:cNvPr id="19" name="Line 37"/>
            <p:cNvSpPr>
              <a:spLocks noChangeShapeType="1"/>
            </p:cNvSpPr>
            <p:nvPr/>
          </p:nvSpPr>
          <p:spPr bwMode="auto">
            <a:xfrm>
              <a:off x="2018" y="2750"/>
              <a:ext cx="0" cy="226"/>
            </a:xfrm>
            <a:prstGeom prst="line">
              <a:avLst/>
            </a:prstGeom>
            <a:noFill/>
            <a:ln w="9525">
              <a:solidFill>
                <a:schemeClr val="tx1"/>
              </a:solidFill>
              <a:round/>
              <a:headEnd/>
              <a:tailEnd/>
            </a:ln>
            <a:effectLst/>
          </p:spPr>
          <p:txBody>
            <a:bodyPr/>
            <a:lstStyle/>
            <a:p>
              <a:endParaRPr lang="zh-CN" altLang="en-US"/>
            </a:p>
          </p:txBody>
        </p:sp>
        <p:sp>
          <p:nvSpPr>
            <p:cNvPr id="20" name="Line 38"/>
            <p:cNvSpPr>
              <a:spLocks noChangeShapeType="1"/>
            </p:cNvSpPr>
            <p:nvPr/>
          </p:nvSpPr>
          <p:spPr bwMode="auto">
            <a:xfrm flipH="1">
              <a:off x="1746" y="3249"/>
              <a:ext cx="272" cy="272"/>
            </a:xfrm>
            <a:prstGeom prst="line">
              <a:avLst/>
            </a:prstGeom>
            <a:noFill/>
            <a:ln w="9525">
              <a:solidFill>
                <a:schemeClr val="tx1"/>
              </a:solidFill>
              <a:round/>
              <a:headEnd/>
              <a:tailEnd/>
            </a:ln>
            <a:effectLst/>
          </p:spPr>
          <p:txBody>
            <a:bodyPr/>
            <a:lstStyle/>
            <a:p>
              <a:endParaRPr lang="zh-CN" altLang="en-US"/>
            </a:p>
          </p:txBody>
        </p:sp>
        <p:sp>
          <p:nvSpPr>
            <p:cNvPr id="21" name="Line 39"/>
            <p:cNvSpPr>
              <a:spLocks noChangeShapeType="1"/>
            </p:cNvSpPr>
            <p:nvPr/>
          </p:nvSpPr>
          <p:spPr bwMode="auto">
            <a:xfrm>
              <a:off x="2109" y="3294"/>
              <a:ext cx="227" cy="272"/>
            </a:xfrm>
            <a:prstGeom prst="line">
              <a:avLst/>
            </a:prstGeom>
            <a:noFill/>
            <a:ln w="9525">
              <a:solidFill>
                <a:schemeClr val="tx1"/>
              </a:solidFill>
              <a:round/>
              <a:headEnd/>
              <a:tailEnd/>
            </a:ln>
            <a:effectLst/>
          </p:spPr>
          <p:txBody>
            <a:bodyPr/>
            <a:lstStyle/>
            <a:p>
              <a:endParaRPr lang="zh-CN" altLang="en-US"/>
            </a:p>
          </p:txBody>
        </p:sp>
      </p:grpSp>
      <p:grpSp>
        <p:nvGrpSpPr>
          <p:cNvPr id="40" name="组合 39"/>
          <p:cNvGrpSpPr/>
          <p:nvPr/>
        </p:nvGrpSpPr>
        <p:grpSpPr>
          <a:xfrm>
            <a:off x="5238744" y="3071810"/>
            <a:ext cx="4929222" cy="3214710"/>
            <a:chOff x="3714744" y="1500174"/>
            <a:chExt cx="4929222" cy="3214710"/>
          </a:xfrm>
        </p:grpSpPr>
        <p:sp>
          <p:nvSpPr>
            <p:cNvPr id="41" name="矩形 40"/>
            <p:cNvSpPr/>
            <p:nvPr/>
          </p:nvSpPr>
          <p:spPr>
            <a:xfrm>
              <a:off x="4071934" y="1500174"/>
              <a:ext cx="357190"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A</a:t>
              </a:r>
              <a:endParaRPr lang="zh-CN" altLang="en-US" dirty="0">
                <a:solidFill>
                  <a:schemeClr val="tx1"/>
                </a:solidFill>
              </a:endParaRPr>
            </a:p>
          </p:txBody>
        </p:sp>
        <p:sp>
          <p:nvSpPr>
            <p:cNvPr id="42" name="矩形 41"/>
            <p:cNvSpPr/>
            <p:nvPr/>
          </p:nvSpPr>
          <p:spPr>
            <a:xfrm>
              <a:off x="4429124" y="1500174"/>
              <a:ext cx="357190"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43" name="矩形 42"/>
            <p:cNvSpPr/>
            <p:nvPr/>
          </p:nvSpPr>
          <p:spPr>
            <a:xfrm>
              <a:off x="3714744" y="1500174"/>
              <a:ext cx="357190" cy="3571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0</a:t>
              </a:r>
              <a:endParaRPr lang="zh-CN" altLang="en-US" dirty="0">
                <a:solidFill>
                  <a:schemeClr val="tx1"/>
                </a:solidFill>
              </a:endParaRPr>
            </a:p>
          </p:txBody>
        </p:sp>
        <p:sp>
          <p:nvSpPr>
            <p:cNvPr id="44" name="矩形 43"/>
            <p:cNvSpPr/>
            <p:nvPr/>
          </p:nvSpPr>
          <p:spPr>
            <a:xfrm>
              <a:off x="4071934" y="1857364"/>
              <a:ext cx="357190"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B</a:t>
              </a:r>
              <a:endParaRPr lang="zh-CN" altLang="en-US" dirty="0">
                <a:solidFill>
                  <a:schemeClr val="tx1"/>
                </a:solidFill>
              </a:endParaRPr>
            </a:p>
          </p:txBody>
        </p:sp>
        <p:sp>
          <p:nvSpPr>
            <p:cNvPr id="45" name="矩形 44"/>
            <p:cNvSpPr/>
            <p:nvPr/>
          </p:nvSpPr>
          <p:spPr>
            <a:xfrm>
              <a:off x="4429124" y="1857364"/>
              <a:ext cx="357190"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46" name="矩形 45"/>
            <p:cNvSpPr/>
            <p:nvPr/>
          </p:nvSpPr>
          <p:spPr>
            <a:xfrm>
              <a:off x="3714744" y="1857364"/>
              <a:ext cx="357190" cy="3571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1</a:t>
              </a:r>
              <a:endParaRPr lang="zh-CN" altLang="en-US" dirty="0">
                <a:solidFill>
                  <a:schemeClr val="tx1"/>
                </a:solidFill>
              </a:endParaRPr>
            </a:p>
          </p:txBody>
        </p:sp>
        <p:sp>
          <p:nvSpPr>
            <p:cNvPr id="47" name="矩形 46"/>
            <p:cNvSpPr/>
            <p:nvPr/>
          </p:nvSpPr>
          <p:spPr>
            <a:xfrm>
              <a:off x="4071934" y="2214554"/>
              <a:ext cx="357190"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C</a:t>
              </a:r>
              <a:endParaRPr lang="zh-CN" altLang="en-US" dirty="0">
                <a:solidFill>
                  <a:schemeClr val="tx1"/>
                </a:solidFill>
              </a:endParaRPr>
            </a:p>
          </p:txBody>
        </p:sp>
        <p:sp>
          <p:nvSpPr>
            <p:cNvPr id="48" name="矩形 47"/>
            <p:cNvSpPr/>
            <p:nvPr/>
          </p:nvSpPr>
          <p:spPr>
            <a:xfrm>
              <a:off x="4429124" y="2214554"/>
              <a:ext cx="357190"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a:t>
              </a:r>
              <a:endParaRPr lang="zh-CN" altLang="en-US" dirty="0">
                <a:solidFill>
                  <a:schemeClr val="tx1"/>
                </a:solidFill>
              </a:endParaRPr>
            </a:p>
          </p:txBody>
        </p:sp>
        <p:sp>
          <p:nvSpPr>
            <p:cNvPr id="49" name="矩形 48"/>
            <p:cNvSpPr/>
            <p:nvPr/>
          </p:nvSpPr>
          <p:spPr>
            <a:xfrm>
              <a:off x="3714744" y="2214554"/>
              <a:ext cx="357190" cy="3571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2</a:t>
              </a:r>
              <a:endParaRPr lang="zh-CN" altLang="en-US" dirty="0">
                <a:solidFill>
                  <a:schemeClr val="tx1"/>
                </a:solidFill>
              </a:endParaRPr>
            </a:p>
          </p:txBody>
        </p:sp>
        <p:sp>
          <p:nvSpPr>
            <p:cNvPr id="50" name="矩形 49"/>
            <p:cNvSpPr/>
            <p:nvPr/>
          </p:nvSpPr>
          <p:spPr>
            <a:xfrm>
              <a:off x="4071934" y="2571744"/>
              <a:ext cx="357190"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D</a:t>
              </a:r>
              <a:endParaRPr lang="zh-CN" altLang="en-US" dirty="0">
                <a:solidFill>
                  <a:schemeClr val="tx1"/>
                </a:solidFill>
              </a:endParaRPr>
            </a:p>
          </p:txBody>
        </p:sp>
        <p:sp>
          <p:nvSpPr>
            <p:cNvPr id="51" name="矩形 50"/>
            <p:cNvSpPr/>
            <p:nvPr/>
          </p:nvSpPr>
          <p:spPr>
            <a:xfrm>
              <a:off x="4429124" y="2571744"/>
              <a:ext cx="357190"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52" name="矩形 51"/>
            <p:cNvSpPr/>
            <p:nvPr/>
          </p:nvSpPr>
          <p:spPr>
            <a:xfrm>
              <a:off x="3714744" y="2571744"/>
              <a:ext cx="357190" cy="3571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3</a:t>
              </a:r>
              <a:endParaRPr lang="zh-CN" altLang="en-US" dirty="0">
                <a:solidFill>
                  <a:schemeClr val="tx1"/>
                </a:solidFill>
              </a:endParaRPr>
            </a:p>
          </p:txBody>
        </p:sp>
        <p:sp>
          <p:nvSpPr>
            <p:cNvPr id="53" name="矩形 52"/>
            <p:cNvSpPr/>
            <p:nvPr/>
          </p:nvSpPr>
          <p:spPr>
            <a:xfrm>
              <a:off x="4071934" y="2928934"/>
              <a:ext cx="357190"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E</a:t>
              </a:r>
              <a:endParaRPr lang="zh-CN" altLang="en-US" dirty="0">
                <a:solidFill>
                  <a:schemeClr val="tx1"/>
                </a:solidFill>
              </a:endParaRPr>
            </a:p>
          </p:txBody>
        </p:sp>
        <p:sp>
          <p:nvSpPr>
            <p:cNvPr id="54" name="矩形 53"/>
            <p:cNvSpPr/>
            <p:nvPr/>
          </p:nvSpPr>
          <p:spPr>
            <a:xfrm>
              <a:off x="4429124" y="2928934"/>
              <a:ext cx="357190"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a:t>
              </a:r>
              <a:endParaRPr lang="zh-CN" altLang="en-US" dirty="0">
                <a:solidFill>
                  <a:schemeClr val="tx1"/>
                </a:solidFill>
              </a:endParaRPr>
            </a:p>
          </p:txBody>
        </p:sp>
        <p:sp>
          <p:nvSpPr>
            <p:cNvPr id="55" name="矩形 54"/>
            <p:cNvSpPr/>
            <p:nvPr/>
          </p:nvSpPr>
          <p:spPr>
            <a:xfrm>
              <a:off x="3714744" y="2928934"/>
              <a:ext cx="357190" cy="3571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4</a:t>
              </a:r>
              <a:endParaRPr lang="zh-CN" altLang="en-US" dirty="0">
                <a:solidFill>
                  <a:schemeClr val="tx1"/>
                </a:solidFill>
              </a:endParaRPr>
            </a:p>
          </p:txBody>
        </p:sp>
        <p:sp>
          <p:nvSpPr>
            <p:cNvPr id="56" name="矩形 55"/>
            <p:cNvSpPr/>
            <p:nvPr/>
          </p:nvSpPr>
          <p:spPr>
            <a:xfrm>
              <a:off x="4071934" y="3286124"/>
              <a:ext cx="357190"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F</a:t>
              </a:r>
              <a:endParaRPr lang="zh-CN" altLang="en-US" dirty="0">
                <a:solidFill>
                  <a:schemeClr val="tx1"/>
                </a:solidFill>
              </a:endParaRPr>
            </a:p>
          </p:txBody>
        </p:sp>
        <p:sp>
          <p:nvSpPr>
            <p:cNvPr id="57" name="矩形 56"/>
            <p:cNvSpPr/>
            <p:nvPr/>
          </p:nvSpPr>
          <p:spPr>
            <a:xfrm>
              <a:off x="4429124" y="3286124"/>
              <a:ext cx="357190"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a:t>
              </a:r>
              <a:endParaRPr lang="zh-CN" altLang="en-US" dirty="0">
                <a:solidFill>
                  <a:schemeClr val="tx1"/>
                </a:solidFill>
              </a:endParaRPr>
            </a:p>
          </p:txBody>
        </p:sp>
        <p:sp>
          <p:nvSpPr>
            <p:cNvPr id="58" name="矩形 57"/>
            <p:cNvSpPr/>
            <p:nvPr/>
          </p:nvSpPr>
          <p:spPr>
            <a:xfrm>
              <a:off x="3714744" y="3286124"/>
              <a:ext cx="357190" cy="3571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5</a:t>
              </a:r>
              <a:endParaRPr lang="zh-CN" altLang="en-US" dirty="0">
                <a:solidFill>
                  <a:schemeClr val="tx1"/>
                </a:solidFill>
              </a:endParaRPr>
            </a:p>
          </p:txBody>
        </p:sp>
        <p:sp>
          <p:nvSpPr>
            <p:cNvPr id="59" name="矩形 58"/>
            <p:cNvSpPr/>
            <p:nvPr/>
          </p:nvSpPr>
          <p:spPr>
            <a:xfrm>
              <a:off x="4071934" y="3643314"/>
              <a:ext cx="357190"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G</a:t>
              </a:r>
              <a:endParaRPr lang="zh-CN" altLang="en-US" dirty="0">
                <a:solidFill>
                  <a:schemeClr val="tx1"/>
                </a:solidFill>
              </a:endParaRPr>
            </a:p>
          </p:txBody>
        </p:sp>
        <p:sp>
          <p:nvSpPr>
            <p:cNvPr id="60" name="矩形 59"/>
            <p:cNvSpPr/>
            <p:nvPr/>
          </p:nvSpPr>
          <p:spPr>
            <a:xfrm>
              <a:off x="4429124" y="3643314"/>
              <a:ext cx="357190"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1" name="矩形 60"/>
            <p:cNvSpPr/>
            <p:nvPr/>
          </p:nvSpPr>
          <p:spPr>
            <a:xfrm>
              <a:off x="3714744" y="3643314"/>
              <a:ext cx="357190" cy="3571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6</a:t>
              </a:r>
              <a:endParaRPr lang="zh-CN" altLang="en-US" dirty="0">
                <a:solidFill>
                  <a:schemeClr val="tx1"/>
                </a:solidFill>
              </a:endParaRPr>
            </a:p>
          </p:txBody>
        </p:sp>
        <p:sp>
          <p:nvSpPr>
            <p:cNvPr id="62" name="矩形 61"/>
            <p:cNvSpPr/>
            <p:nvPr/>
          </p:nvSpPr>
          <p:spPr>
            <a:xfrm>
              <a:off x="4071934" y="4000504"/>
              <a:ext cx="357190"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H</a:t>
              </a:r>
              <a:endParaRPr lang="zh-CN" altLang="en-US" dirty="0">
                <a:solidFill>
                  <a:schemeClr val="tx1"/>
                </a:solidFill>
              </a:endParaRPr>
            </a:p>
          </p:txBody>
        </p:sp>
        <p:sp>
          <p:nvSpPr>
            <p:cNvPr id="63" name="矩形 62"/>
            <p:cNvSpPr/>
            <p:nvPr/>
          </p:nvSpPr>
          <p:spPr>
            <a:xfrm>
              <a:off x="4429124" y="4000504"/>
              <a:ext cx="357190"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a:t>
              </a:r>
              <a:endParaRPr lang="zh-CN" altLang="en-US" dirty="0">
                <a:solidFill>
                  <a:schemeClr val="tx1"/>
                </a:solidFill>
              </a:endParaRPr>
            </a:p>
          </p:txBody>
        </p:sp>
        <p:sp>
          <p:nvSpPr>
            <p:cNvPr id="64" name="矩形 63"/>
            <p:cNvSpPr/>
            <p:nvPr/>
          </p:nvSpPr>
          <p:spPr>
            <a:xfrm>
              <a:off x="3714744" y="4000504"/>
              <a:ext cx="357190" cy="3571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7</a:t>
              </a:r>
              <a:endParaRPr lang="zh-CN" altLang="en-US" dirty="0">
                <a:solidFill>
                  <a:schemeClr val="tx1"/>
                </a:solidFill>
              </a:endParaRPr>
            </a:p>
          </p:txBody>
        </p:sp>
        <p:sp>
          <p:nvSpPr>
            <p:cNvPr id="65" name="矩形 64"/>
            <p:cNvSpPr/>
            <p:nvPr/>
          </p:nvSpPr>
          <p:spPr>
            <a:xfrm>
              <a:off x="4071934" y="4357694"/>
              <a:ext cx="357190"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I</a:t>
              </a:r>
              <a:endParaRPr lang="zh-CN" altLang="en-US" dirty="0">
                <a:solidFill>
                  <a:schemeClr val="tx1"/>
                </a:solidFill>
              </a:endParaRPr>
            </a:p>
          </p:txBody>
        </p:sp>
        <p:sp>
          <p:nvSpPr>
            <p:cNvPr id="66" name="矩形 65"/>
            <p:cNvSpPr/>
            <p:nvPr/>
          </p:nvSpPr>
          <p:spPr>
            <a:xfrm>
              <a:off x="4429124" y="4357694"/>
              <a:ext cx="357190"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a:t>
              </a:r>
              <a:endParaRPr lang="zh-CN" altLang="en-US" dirty="0">
                <a:solidFill>
                  <a:schemeClr val="tx1"/>
                </a:solidFill>
              </a:endParaRPr>
            </a:p>
          </p:txBody>
        </p:sp>
        <p:sp>
          <p:nvSpPr>
            <p:cNvPr id="67" name="矩形 66"/>
            <p:cNvSpPr/>
            <p:nvPr/>
          </p:nvSpPr>
          <p:spPr>
            <a:xfrm>
              <a:off x="3714744" y="4357694"/>
              <a:ext cx="357190" cy="3571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8</a:t>
              </a:r>
              <a:endParaRPr lang="zh-CN" altLang="en-US" dirty="0">
                <a:solidFill>
                  <a:schemeClr val="tx1"/>
                </a:solidFill>
              </a:endParaRPr>
            </a:p>
          </p:txBody>
        </p:sp>
        <p:sp>
          <p:nvSpPr>
            <p:cNvPr id="68" name="矩形 67"/>
            <p:cNvSpPr/>
            <p:nvPr/>
          </p:nvSpPr>
          <p:spPr>
            <a:xfrm>
              <a:off x="5357818" y="1500174"/>
              <a:ext cx="357190" cy="320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1</a:t>
              </a:r>
              <a:endParaRPr lang="zh-CN" altLang="en-US" dirty="0">
                <a:solidFill>
                  <a:schemeClr val="tx1"/>
                </a:solidFill>
              </a:endParaRPr>
            </a:p>
          </p:txBody>
        </p:sp>
        <p:sp>
          <p:nvSpPr>
            <p:cNvPr id="69" name="矩形 68"/>
            <p:cNvSpPr/>
            <p:nvPr/>
          </p:nvSpPr>
          <p:spPr>
            <a:xfrm>
              <a:off x="5715008" y="1500174"/>
              <a:ext cx="357190" cy="320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0" name="矩形 69"/>
            <p:cNvSpPr/>
            <p:nvPr/>
          </p:nvSpPr>
          <p:spPr>
            <a:xfrm>
              <a:off x="6643702" y="1500174"/>
              <a:ext cx="357190" cy="320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2</a:t>
              </a:r>
              <a:endParaRPr lang="zh-CN" altLang="en-US" dirty="0">
                <a:solidFill>
                  <a:schemeClr val="tx1"/>
                </a:solidFill>
              </a:endParaRPr>
            </a:p>
          </p:txBody>
        </p:sp>
        <p:sp>
          <p:nvSpPr>
            <p:cNvPr id="71" name="矩形 70"/>
            <p:cNvSpPr/>
            <p:nvPr/>
          </p:nvSpPr>
          <p:spPr>
            <a:xfrm>
              <a:off x="7000892" y="1500174"/>
              <a:ext cx="357190" cy="320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cxnSp>
          <p:nvCxnSpPr>
            <p:cNvPr id="72" name="直接箭头连接符 71"/>
            <p:cNvCxnSpPr>
              <a:endCxn id="68" idx="1"/>
            </p:cNvCxnSpPr>
            <p:nvPr/>
          </p:nvCxnSpPr>
          <p:spPr>
            <a:xfrm flipV="1">
              <a:off x="4572000" y="1660374"/>
              <a:ext cx="785818" cy="1839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3" name="直接箭头连接符 72"/>
            <p:cNvCxnSpPr/>
            <p:nvPr/>
          </p:nvCxnSpPr>
          <p:spPr>
            <a:xfrm flipV="1">
              <a:off x="5857884" y="1680621"/>
              <a:ext cx="785818" cy="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4" name="矩形 73"/>
            <p:cNvSpPr/>
            <p:nvPr/>
          </p:nvSpPr>
          <p:spPr>
            <a:xfrm>
              <a:off x="5357821" y="1894154"/>
              <a:ext cx="357190" cy="320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4</a:t>
              </a:r>
              <a:endParaRPr lang="zh-CN" altLang="en-US" dirty="0">
                <a:solidFill>
                  <a:schemeClr val="tx1"/>
                </a:solidFill>
              </a:endParaRPr>
            </a:p>
          </p:txBody>
        </p:sp>
        <p:sp>
          <p:nvSpPr>
            <p:cNvPr id="75" name="矩形 74"/>
            <p:cNvSpPr/>
            <p:nvPr/>
          </p:nvSpPr>
          <p:spPr>
            <a:xfrm>
              <a:off x="5715011" y="1894154"/>
              <a:ext cx="357190" cy="320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6" name="矩形 75"/>
            <p:cNvSpPr/>
            <p:nvPr/>
          </p:nvSpPr>
          <p:spPr>
            <a:xfrm>
              <a:off x="6643705" y="1894154"/>
              <a:ext cx="357190" cy="320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5</a:t>
              </a:r>
              <a:endParaRPr lang="zh-CN" altLang="en-US" dirty="0">
                <a:solidFill>
                  <a:schemeClr val="tx1"/>
                </a:solidFill>
              </a:endParaRPr>
            </a:p>
          </p:txBody>
        </p:sp>
        <p:sp>
          <p:nvSpPr>
            <p:cNvPr id="77" name="矩形 76"/>
            <p:cNvSpPr/>
            <p:nvPr/>
          </p:nvSpPr>
          <p:spPr>
            <a:xfrm>
              <a:off x="7000895" y="1894154"/>
              <a:ext cx="357190" cy="320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a:t>
              </a:r>
              <a:endParaRPr lang="zh-CN" altLang="en-US" dirty="0">
                <a:solidFill>
                  <a:schemeClr val="tx1"/>
                </a:solidFill>
              </a:endParaRPr>
            </a:p>
          </p:txBody>
        </p:sp>
        <p:cxnSp>
          <p:nvCxnSpPr>
            <p:cNvPr id="78" name="直接箭头连接符 77"/>
            <p:cNvCxnSpPr>
              <a:endCxn id="74" idx="1"/>
            </p:cNvCxnSpPr>
            <p:nvPr/>
          </p:nvCxnSpPr>
          <p:spPr>
            <a:xfrm flipV="1">
              <a:off x="4572003" y="2054354"/>
              <a:ext cx="785818" cy="1839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9" name="直接箭头连接符 78"/>
            <p:cNvCxnSpPr/>
            <p:nvPr/>
          </p:nvCxnSpPr>
          <p:spPr>
            <a:xfrm flipV="1">
              <a:off x="5857887" y="2074601"/>
              <a:ext cx="785818" cy="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0" name="矩形 79"/>
            <p:cNvSpPr/>
            <p:nvPr/>
          </p:nvSpPr>
          <p:spPr>
            <a:xfrm>
              <a:off x="5357818" y="2679972"/>
              <a:ext cx="357190" cy="320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6</a:t>
              </a:r>
              <a:endParaRPr lang="zh-CN" altLang="en-US" dirty="0">
                <a:solidFill>
                  <a:schemeClr val="tx1"/>
                </a:solidFill>
              </a:endParaRPr>
            </a:p>
          </p:txBody>
        </p:sp>
        <p:sp>
          <p:nvSpPr>
            <p:cNvPr id="81" name="矩形 80"/>
            <p:cNvSpPr/>
            <p:nvPr/>
          </p:nvSpPr>
          <p:spPr>
            <a:xfrm>
              <a:off x="5715008" y="2679972"/>
              <a:ext cx="357190" cy="320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a:t>
              </a:r>
              <a:endParaRPr lang="zh-CN" altLang="en-US" dirty="0">
                <a:solidFill>
                  <a:schemeClr val="tx1"/>
                </a:solidFill>
              </a:endParaRPr>
            </a:p>
          </p:txBody>
        </p:sp>
        <p:cxnSp>
          <p:nvCxnSpPr>
            <p:cNvPr id="82" name="直接箭头连接符 81"/>
            <p:cNvCxnSpPr/>
            <p:nvPr/>
          </p:nvCxnSpPr>
          <p:spPr>
            <a:xfrm flipV="1">
              <a:off x="4572000" y="2786058"/>
              <a:ext cx="785818" cy="1839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3" name="矩形 82"/>
            <p:cNvSpPr/>
            <p:nvPr/>
          </p:nvSpPr>
          <p:spPr>
            <a:xfrm>
              <a:off x="7929586" y="1500174"/>
              <a:ext cx="357190" cy="320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3</a:t>
              </a:r>
              <a:endParaRPr lang="zh-CN" altLang="en-US" dirty="0">
                <a:solidFill>
                  <a:schemeClr val="tx1"/>
                </a:solidFill>
              </a:endParaRPr>
            </a:p>
          </p:txBody>
        </p:sp>
        <p:sp>
          <p:nvSpPr>
            <p:cNvPr id="84" name="矩形 83"/>
            <p:cNvSpPr/>
            <p:nvPr/>
          </p:nvSpPr>
          <p:spPr>
            <a:xfrm>
              <a:off x="8286776" y="1500174"/>
              <a:ext cx="357190" cy="320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a:t>
              </a:r>
              <a:endParaRPr lang="zh-CN" altLang="en-US" dirty="0">
                <a:solidFill>
                  <a:schemeClr val="tx1"/>
                </a:solidFill>
              </a:endParaRPr>
            </a:p>
          </p:txBody>
        </p:sp>
        <p:cxnSp>
          <p:nvCxnSpPr>
            <p:cNvPr id="85" name="直接箭头连接符 84"/>
            <p:cNvCxnSpPr/>
            <p:nvPr/>
          </p:nvCxnSpPr>
          <p:spPr>
            <a:xfrm flipV="1">
              <a:off x="7143768" y="1680621"/>
              <a:ext cx="785818" cy="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6" name="矩形 85"/>
            <p:cNvSpPr/>
            <p:nvPr/>
          </p:nvSpPr>
          <p:spPr>
            <a:xfrm>
              <a:off x="5357818" y="3680104"/>
              <a:ext cx="357190" cy="320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7</a:t>
              </a:r>
              <a:endParaRPr lang="zh-CN" altLang="en-US" dirty="0">
                <a:solidFill>
                  <a:schemeClr val="tx1"/>
                </a:solidFill>
              </a:endParaRPr>
            </a:p>
          </p:txBody>
        </p:sp>
        <p:sp>
          <p:nvSpPr>
            <p:cNvPr id="87" name="矩形 86"/>
            <p:cNvSpPr/>
            <p:nvPr/>
          </p:nvSpPr>
          <p:spPr>
            <a:xfrm>
              <a:off x="5715008" y="3680104"/>
              <a:ext cx="357190" cy="320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8" name="矩形 87"/>
            <p:cNvSpPr/>
            <p:nvPr/>
          </p:nvSpPr>
          <p:spPr>
            <a:xfrm>
              <a:off x="6643702" y="3680104"/>
              <a:ext cx="357190" cy="320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8</a:t>
              </a:r>
              <a:endParaRPr lang="zh-CN" altLang="en-US" dirty="0">
                <a:solidFill>
                  <a:schemeClr val="tx1"/>
                </a:solidFill>
              </a:endParaRPr>
            </a:p>
          </p:txBody>
        </p:sp>
        <p:sp>
          <p:nvSpPr>
            <p:cNvPr id="89" name="矩形 88"/>
            <p:cNvSpPr/>
            <p:nvPr/>
          </p:nvSpPr>
          <p:spPr>
            <a:xfrm>
              <a:off x="7000892" y="3680104"/>
              <a:ext cx="357190" cy="320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a:t>
              </a:r>
              <a:endParaRPr lang="zh-CN" altLang="en-US" dirty="0">
                <a:solidFill>
                  <a:schemeClr val="tx1"/>
                </a:solidFill>
              </a:endParaRPr>
            </a:p>
          </p:txBody>
        </p:sp>
        <p:cxnSp>
          <p:nvCxnSpPr>
            <p:cNvPr id="90" name="直接箭头连接符 89"/>
            <p:cNvCxnSpPr/>
            <p:nvPr/>
          </p:nvCxnSpPr>
          <p:spPr>
            <a:xfrm flipV="1">
              <a:off x="4572000" y="3786190"/>
              <a:ext cx="785818" cy="1839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1" name="直接箭头连接符 90"/>
            <p:cNvCxnSpPr/>
            <p:nvPr/>
          </p:nvCxnSpPr>
          <p:spPr>
            <a:xfrm flipV="1">
              <a:off x="5857884" y="3860551"/>
              <a:ext cx="785818" cy="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pSp>
        <p:nvGrpSpPr>
          <p:cNvPr id="92" name="组合 91"/>
          <p:cNvGrpSpPr/>
          <p:nvPr/>
        </p:nvGrpSpPr>
        <p:grpSpPr>
          <a:xfrm>
            <a:off x="5238744" y="2000240"/>
            <a:ext cx="2071702" cy="356400"/>
            <a:chOff x="4000496" y="2072468"/>
            <a:chExt cx="2071702" cy="356400"/>
          </a:xfrm>
        </p:grpSpPr>
        <p:sp>
          <p:nvSpPr>
            <p:cNvPr id="93" name="矩形 92"/>
            <p:cNvSpPr/>
            <p:nvPr/>
          </p:nvSpPr>
          <p:spPr>
            <a:xfrm>
              <a:off x="5000628" y="2072468"/>
              <a:ext cx="1071570" cy="356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solidFill>
                    <a:schemeClr val="tx1"/>
                  </a:solidFill>
                </a:rPr>
                <a:t>firstchild</a:t>
              </a:r>
              <a:endParaRPr lang="zh-CN" altLang="en-US" dirty="0">
                <a:solidFill>
                  <a:schemeClr val="tx1"/>
                </a:solidFill>
              </a:endParaRPr>
            </a:p>
          </p:txBody>
        </p:sp>
        <p:sp>
          <p:nvSpPr>
            <p:cNvPr id="94" name="矩形 93"/>
            <p:cNvSpPr/>
            <p:nvPr/>
          </p:nvSpPr>
          <p:spPr>
            <a:xfrm>
              <a:off x="4000496" y="2072468"/>
              <a:ext cx="1071570" cy="356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data</a:t>
              </a:r>
              <a:endParaRPr lang="zh-CN" altLang="en-US" dirty="0">
                <a:solidFill>
                  <a:schemeClr val="tx1"/>
                </a:solidFill>
              </a:endParaRPr>
            </a:p>
          </p:txBody>
        </p:sp>
      </p:grpSp>
      <p:grpSp>
        <p:nvGrpSpPr>
          <p:cNvPr id="95" name="组合 94"/>
          <p:cNvGrpSpPr/>
          <p:nvPr/>
        </p:nvGrpSpPr>
        <p:grpSpPr>
          <a:xfrm>
            <a:off x="7810512" y="1571612"/>
            <a:ext cx="2071702" cy="356400"/>
            <a:chOff x="4000496" y="1358088"/>
            <a:chExt cx="2071702" cy="356400"/>
          </a:xfrm>
        </p:grpSpPr>
        <p:sp>
          <p:nvSpPr>
            <p:cNvPr id="96" name="矩形 95"/>
            <p:cNvSpPr/>
            <p:nvPr/>
          </p:nvSpPr>
          <p:spPr>
            <a:xfrm>
              <a:off x="5000628" y="1358088"/>
              <a:ext cx="1071570" cy="356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next</a:t>
              </a:r>
              <a:endParaRPr lang="zh-CN" altLang="en-US" dirty="0">
                <a:solidFill>
                  <a:schemeClr val="tx1"/>
                </a:solidFill>
              </a:endParaRPr>
            </a:p>
          </p:txBody>
        </p:sp>
        <p:sp>
          <p:nvSpPr>
            <p:cNvPr id="97" name="矩形 96"/>
            <p:cNvSpPr/>
            <p:nvPr/>
          </p:nvSpPr>
          <p:spPr>
            <a:xfrm>
              <a:off x="4000496" y="1358088"/>
              <a:ext cx="1071570" cy="356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child</a:t>
              </a:r>
              <a:endParaRPr lang="zh-CN" altLang="en-US" dirty="0">
                <a:solidFill>
                  <a:schemeClr val="tx1"/>
                </a:solidFill>
              </a:endParaRPr>
            </a:p>
          </p:txBody>
        </p:sp>
      </p:grpSp>
      <p:cxnSp>
        <p:nvCxnSpPr>
          <p:cNvPr id="98" name="直接箭头连接符 97"/>
          <p:cNvCxnSpPr>
            <a:stCxn id="94" idx="2"/>
            <a:endCxn id="41" idx="0"/>
          </p:cNvCxnSpPr>
          <p:nvPr/>
        </p:nvCxnSpPr>
        <p:spPr>
          <a:xfrm rot="5400000">
            <a:off x="5416944" y="2714225"/>
            <a:ext cx="71517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9" name="直接箭头连接符 98"/>
          <p:cNvCxnSpPr>
            <a:stCxn id="93" idx="2"/>
            <a:endCxn id="42" idx="0"/>
          </p:cNvCxnSpPr>
          <p:nvPr/>
        </p:nvCxnSpPr>
        <p:spPr>
          <a:xfrm rot="5400000">
            <a:off x="6095605" y="2392754"/>
            <a:ext cx="715170" cy="64294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0" name="直接箭头连接符 99"/>
          <p:cNvCxnSpPr>
            <a:stCxn id="97" idx="2"/>
            <a:endCxn id="68" idx="0"/>
          </p:cNvCxnSpPr>
          <p:nvPr/>
        </p:nvCxnSpPr>
        <p:spPr>
          <a:xfrm flipH="1">
            <a:off x="7060413" y="1928012"/>
            <a:ext cx="1285884" cy="114379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1" name="直接箭头连接符 100"/>
          <p:cNvCxnSpPr>
            <a:stCxn id="96" idx="2"/>
            <a:endCxn id="69" idx="0"/>
          </p:cNvCxnSpPr>
          <p:nvPr/>
        </p:nvCxnSpPr>
        <p:spPr>
          <a:xfrm flipH="1">
            <a:off x="7417603" y="1928012"/>
            <a:ext cx="1928826" cy="114379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60115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Tree Representations</a:t>
            </a:r>
            <a:endParaRPr lang="zh-CN" altLang="en-US" dirty="0"/>
          </a:p>
        </p:txBody>
      </p:sp>
      <p:sp>
        <p:nvSpPr>
          <p:cNvPr id="3" name="内容占位符 2"/>
          <p:cNvSpPr>
            <a:spLocks noGrp="1"/>
          </p:cNvSpPr>
          <p:nvPr>
            <p:ph idx="1"/>
          </p:nvPr>
        </p:nvSpPr>
        <p:spPr/>
        <p:txBody>
          <a:bodyPr/>
          <a:lstStyle/>
          <a:p>
            <a:pPr>
              <a:lnSpc>
                <a:spcPct val="80000"/>
              </a:lnSpc>
              <a:buNone/>
            </a:pPr>
            <a:r>
              <a:rPr lang="en-US" altLang="zh-CN" sz="2000" b="1" dirty="0">
                <a:latin typeface="Courier New" pitchFamily="49" charset="0"/>
                <a:cs typeface="Courier New" pitchFamily="49" charset="0"/>
              </a:rPr>
              <a:t>#define MAX_TREE_SIZE 100</a:t>
            </a:r>
          </a:p>
          <a:p>
            <a:pPr>
              <a:lnSpc>
                <a:spcPct val="80000"/>
              </a:lnSpc>
              <a:buNone/>
            </a:pPr>
            <a:r>
              <a:rPr lang="en-US" altLang="zh-CN" sz="2000" b="1" dirty="0" err="1">
                <a:latin typeface="Courier New" pitchFamily="49" charset="0"/>
                <a:cs typeface="Courier New" pitchFamily="49" charset="0"/>
              </a:rPr>
              <a:t>typedef</a:t>
            </a:r>
            <a:r>
              <a:rPr lang="en-US" altLang="zh-CN" sz="2000" b="1" dirty="0">
                <a:latin typeface="Courier New" pitchFamily="49" charset="0"/>
                <a:cs typeface="Courier New" pitchFamily="49" charset="0"/>
              </a:rPr>
              <a:t> char </a:t>
            </a:r>
            <a:r>
              <a:rPr lang="en-US" altLang="zh-CN" sz="2000" b="1" dirty="0" err="1">
                <a:latin typeface="Courier New" pitchFamily="49" charset="0"/>
                <a:cs typeface="Courier New" pitchFamily="49" charset="0"/>
              </a:rPr>
              <a:t>TElemType</a:t>
            </a:r>
            <a:r>
              <a:rPr lang="en-US" altLang="zh-CN" sz="2000" b="1" dirty="0">
                <a:latin typeface="Courier New" pitchFamily="49" charset="0"/>
                <a:cs typeface="Courier New" pitchFamily="49" charset="0"/>
              </a:rPr>
              <a:t>; /* </a:t>
            </a:r>
            <a:r>
              <a:rPr lang="zh-CN" altLang="en-US" sz="2000" b="1" dirty="0">
                <a:latin typeface="Courier New" pitchFamily="49" charset="0"/>
                <a:cs typeface="Courier New" pitchFamily="49" charset="0"/>
              </a:rPr>
              <a:t>树结点的数据类型 </a:t>
            </a:r>
            <a:r>
              <a:rPr lang="en-US" altLang="zh-CN" sz="2000" b="1" dirty="0">
                <a:latin typeface="Courier New" pitchFamily="49" charset="0"/>
                <a:cs typeface="Courier New" pitchFamily="49" charset="0"/>
              </a:rPr>
              <a:t>*/</a:t>
            </a:r>
          </a:p>
          <a:p>
            <a:pPr>
              <a:lnSpc>
                <a:spcPct val="80000"/>
              </a:lnSpc>
              <a:buNone/>
            </a:pPr>
            <a:r>
              <a:rPr lang="en-US" altLang="zh-CN" sz="2000" b="1" dirty="0" err="1">
                <a:latin typeface="Courier New" pitchFamily="49" charset="0"/>
                <a:cs typeface="Courier New" pitchFamily="49" charset="0"/>
              </a:rPr>
              <a:t>typedef</a:t>
            </a: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struct</a:t>
            </a: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CTNode</a:t>
            </a:r>
            <a:r>
              <a:rPr lang="en-US" altLang="zh-CN" sz="2000" b="1" dirty="0">
                <a:latin typeface="Courier New" pitchFamily="49" charset="0"/>
                <a:cs typeface="Courier New" pitchFamily="49" charset="0"/>
              </a:rPr>
              <a:t> 	/* </a:t>
            </a:r>
            <a:r>
              <a:rPr lang="zh-CN" altLang="en-US" sz="2000" b="1" dirty="0">
                <a:latin typeface="Courier New" pitchFamily="49" charset="0"/>
                <a:cs typeface="Courier New" pitchFamily="49" charset="0"/>
              </a:rPr>
              <a:t>孩子结点结构 </a:t>
            </a:r>
            <a:r>
              <a:rPr lang="en-US" altLang="zh-CN" sz="2000" b="1" dirty="0">
                <a:latin typeface="Courier New" pitchFamily="49" charset="0"/>
                <a:cs typeface="Courier New" pitchFamily="49" charset="0"/>
              </a:rPr>
              <a:t>*/</a:t>
            </a:r>
          </a:p>
          <a:p>
            <a:pPr>
              <a:lnSpc>
                <a:spcPct val="80000"/>
              </a:lnSpc>
              <a:buNone/>
            </a:pPr>
            <a:r>
              <a:rPr lang="en-US" altLang="zh-CN" sz="2000" b="1" dirty="0">
                <a:latin typeface="Courier New" pitchFamily="49" charset="0"/>
                <a:cs typeface="Courier New" pitchFamily="49" charset="0"/>
              </a:rPr>
              <a:t>{</a:t>
            </a:r>
          </a:p>
          <a:p>
            <a:pPr>
              <a:lnSpc>
                <a:spcPct val="80000"/>
              </a:lnSpc>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int</a:t>
            </a:r>
            <a:r>
              <a:rPr lang="en-US" altLang="zh-CN" sz="2000" b="1" dirty="0">
                <a:latin typeface="Courier New" pitchFamily="49" charset="0"/>
                <a:cs typeface="Courier New" pitchFamily="49" charset="0"/>
              </a:rPr>
              <a:t> child;</a:t>
            </a:r>
          </a:p>
          <a:p>
            <a:pPr>
              <a:lnSpc>
                <a:spcPct val="80000"/>
              </a:lnSpc>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CTNode</a:t>
            </a:r>
            <a:r>
              <a:rPr lang="en-US" altLang="zh-CN" sz="2000" b="1" dirty="0">
                <a:latin typeface="Courier New" pitchFamily="49" charset="0"/>
                <a:cs typeface="Courier New" pitchFamily="49" charset="0"/>
              </a:rPr>
              <a:t> *next;	</a:t>
            </a:r>
          </a:p>
          <a:p>
            <a:pPr>
              <a:lnSpc>
                <a:spcPct val="80000"/>
              </a:lnSpc>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ChildPtr</a:t>
            </a:r>
            <a:r>
              <a:rPr lang="en-US" altLang="zh-CN" sz="2000" b="1" dirty="0">
                <a:latin typeface="Courier New" pitchFamily="49" charset="0"/>
                <a:cs typeface="Courier New" pitchFamily="49" charset="0"/>
              </a:rPr>
              <a:t>;		</a:t>
            </a:r>
          </a:p>
          <a:p>
            <a:pPr>
              <a:lnSpc>
                <a:spcPct val="80000"/>
              </a:lnSpc>
              <a:buNone/>
            </a:pPr>
            <a:r>
              <a:rPr lang="en-US" altLang="zh-CN" sz="2000" b="1" dirty="0" err="1">
                <a:latin typeface="Courier New" pitchFamily="49" charset="0"/>
                <a:cs typeface="Courier New" pitchFamily="49" charset="0"/>
              </a:rPr>
              <a:t>struct</a:t>
            </a: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CTBox</a:t>
            </a:r>
            <a:r>
              <a:rPr lang="en-US" altLang="zh-CN" sz="2000" b="1" dirty="0">
                <a:latin typeface="Courier New" pitchFamily="49" charset="0"/>
                <a:cs typeface="Courier New" pitchFamily="49" charset="0"/>
              </a:rPr>
              <a:t>		/* </a:t>
            </a:r>
            <a:r>
              <a:rPr lang="zh-CN" altLang="en-US" sz="2000" b="1" dirty="0">
                <a:latin typeface="Courier New" pitchFamily="49" charset="0"/>
                <a:cs typeface="Courier New" pitchFamily="49" charset="0"/>
              </a:rPr>
              <a:t>表头结构 </a:t>
            </a:r>
            <a:r>
              <a:rPr lang="en-US" altLang="zh-CN" sz="2000" b="1" dirty="0">
                <a:latin typeface="Courier New" pitchFamily="49" charset="0"/>
                <a:cs typeface="Courier New" pitchFamily="49" charset="0"/>
              </a:rPr>
              <a:t>*/</a:t>
            </a:r>
          </a:p>
          <a:p>
            <a:pPr>
              <a:lnSpc>
                <a:spcPct val="80000"/>
              </a:lnSpc>
              <a:buNone/>
            </a:pPr>
            <a:r>
              <a:rPr lang="en-US" altLang="zh-CN" sz="2000" b="1" dirty="0">
                <a:latin typeface="Courier New" pitchFamily="49" charset="0"/>
                <a:cs typeface="Courier New" pitchFamily="49" charset="0"/>
              </a:rPr>
              <a:t>{</a:t>
            </a:r>
          </a:p>
          <a:p>
            <a:pPr>
              <a:lnSpc>
                <a:spcPct val="80000"/>
              </a:lnSpc>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TElemType</a:t>
            </a:r>
            <a:r>
              <a:rPr lang="en-US" altLang="zh-CN" sz="2000" b="1" dirty="0">
                <a:latin typeface="Courier New" pitchFamily="49" charset="0"/>
                <a:cs typeface="Courier New" pitchFamily="49" charset="0"/>
              </a:rPr>
              <a:t> data;	</a:t>
            </a:r>
          </a:p>
          <a:p>
            <a:pPr>
              <a:lnSpc>
                <a:spcPct val="80000"/>
              </a:lnSpc>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ChildPtr</a:t>
            </a: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firstchild</a:t>
            </a:r>
            <a:r>
              <a:rPr lang="en-US" altLang="zh-CN" sz="2000" b="1" dirty="0">
                <a:latin typeface="Courier New" pitchFamily="49" charset="0"/>
                <a:cs typeface="Courier New" pitchFamily="49" charset="0"/>
              </a:rPr>
              <a:t>;	</a:t>
            </a:r>
          </a:p>
          <a:p>
            <a:pPr>
              <a:lnSpc>
                <a:spcPct val="80000"/>
              </a:lnSpc>
              <a:buNone/>
            </a:pPr>
            <a:r>
              <a:rPr lang="en-US" altLang="zh-CN" sz="2000" b="1" dirty="0">
                <a:latin typeface="Courier New" pitchFamily="49" charset="0"/>
                <a:cs typeface="Courier New" pitchFamily="49" charset="0"/>
              </a:rPr>
              <a:t>};		</a:t>
            </a:r>
          </a:p>
          <a:p>
            <a:pPr>
              <a:lnSpc>
                <a:spcPct val="80000"/>
              </a:lnSpc>
              <a:buNone/>
            </a:pPr>
            <a:r>
              <a:rPr lang="en-US" altLang="zh-CN" sz="2000" b="1" dirty="0" err="1">
                <a:latin typeface="Courier New" pitchFamily="49" charset="0"/>
                <a:cs typeface="Courier New" pitchFamily="49" charset="0"/>
              </a:rPr>
              <a:t>struct</a:t>
            </a: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CTree</a:t>
            </a:r>
            <a:r>
              <a:rPr lang="en-US" altLang="zh-CN" sz="2000" b="1" dirty="0">
                <a:latin typeface="Courier New" pitchFamily="49" charset="0"/>
                <a:cs typeface="Courier New" pitchFamily="49" charset="0"/>
              </a:rPr>
              <a:t>		/* </a:t>
            </a:r>
            <a:r>
              <a:rPr lang="zh-CN" altLang="en-US" sz="2000" b="1" dirty="0">
                <a:latin typeface="Courier New" pitchFamily="49" charset="0"/>
                <a:cs typeface="Courier New" pitchFamily="49" charset="0"/>
              </a:rPr>
              <a:t>树结构 </a:t>
            </a:r>
            <a:r>
              <a:rPr lang="en-US" altLang="zh-CN" sz="2000" b="1" dirty="0">
                <a:latin typeface="Courier New" pitchFamily="49" charset="0"/>
                <a:cs typeface="Courier New" pitchFamily="49" charset="0"/>
              </a:rPr>
              <a:t>*/</a:t>
            </a:r>
          </a:p>
          <a:p>
            <a:pPr>
              <a:lnSpc>
                <a:spcPct val="80000"/>
              </a:lnSpc>
              <a:buNone/>
            </a:pPr>
            <a:r>
              <a:rPr lang="en-US" altLang="zh-CN" sz="2000" b="1" dirty="0">
                <a:latin typeface="Courier New" pitchFamily="49" charset="0"/>
                <a:cs typeface="Courier New" pitchFamily="49" charset="0"/>
              </a:rPr>
              <a:t>{</a:t>
            </a:r>
          </a:p>
          <a:p>
            <a:pPr>
              <a:lnSpc>
                <a:spcPct val="80000"/>
              </a:lnSpc>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CTBox</a:t>
            </a:r>
            <a:r>
              <a:rPr lang="en-US" altLang="zh-CN" sz="2000" b="1" dirty="0">
                <a:latin typeface="Courier New" pitchFamily="49" charset="0"/>
                <a:cs typeface="Courier New" pitchFamily="49" charset="0"/>
              </a:rPr>
              <a:t> nodes[MAX_TREE_SIZE]; /* </a:t>
            </a:r>
            <a:r>
              <a:rPr lang="zh-CN" altLang="en-US" sz="2000" b="1" dirty="0">
                <a:latin typeface="Courier New" pitchFamily="49" charset="0"/>
                <a:cs typeface="Courier New" pitchFamily="49" charset="0"/>
              </a:rPr>
              <a:t>结点数组 </a:t>
            </a:r>
            <a:r>
              <a:rPr lang="en-US" altLang="zh-CN" sz="2000" b="1" dirty="0">
                <a:latin typeface="Courier New" pitchFamily="49" charset="0"/>
                <a:cs typeface="Courier New" pitchFamily="49" charset="0"/>
              </a:rPr>
              <a:t>*/</a:t>
            </a:r>
          </a:p>
          <a:p>
            <a:pPr>
              <a:lnSpc>
                <a:spcPct val="80000"/>
              </a:lnSpc>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int</a:t>
            </a:r>
            <a:r>
              <a:rPr lang="en-US" altLang="zh-CN" sz="2000" b="1" dirty="0">
                <a:latin typeface="Courier New" pitchFamily="49" charset="0"/>
                <a:cs typeface="Courier New" pitchFamily="49" charset="0"/>
              </a:rPr>
              <a:t> r, n;	/* </a:t>
            </a:r>
            <a:r>
              <a:rPr lang="zh-CN" altLang="en-US" sz="2000" b="1" dirty="0">
                <a:latin typeface="Courier New" pitchFamily="49" charset="0"/>
                <a:cs typeface="Courier New" pitchFamily="49" charset="0"/>
              </a:rPr>
              <a:t>根节点的位置和结点数 </a:t>
            </a:r>
            <a:r>
              <a:rPr lang="en-US" altLang="zh-CN" sz="2000" b="1" dirty="0">
                <a:latin typeface="Courier New" pitchFamily="49" charset="0"/>
                <a:cs typeface="Courier New" pitchFamily="49" charset="0"/>
              </a:rPr>
              <a:t>*/</a:t>
            </a:r>
          </a:p>
          <a:p>
            <a:pPr>
              <a:lnSpc>
                <a:spcPct val="80000"/>
              </a:lnSpc>
              <a:buNone/>
            </a:pPr>
            <a:r>
              <a:rPr lang="en-US" altLang="zh-CN" sz="2000" b="1" dirty="0">
                <a:latin typeface="Courier New" pitchFamily="49" charset="0"/>
                <a:cs typeface="Courier New" pitchFamily="49" charset="0"/>
              </a:rPr>
              <a:t>};</a:t>
            </a:r>
          </a:p>
        </p:txBody>
      </p:sp>
    </p:spTree>
    <p:extLst>
      <p:ext uri="{BB962C8B-B14F-4D97-AF65-F5344CB8AC3E}">
        <p14:creationId xmlns:p14="http://schemas.microsoft.com/office/powerpoint/2010/main" val="287760798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Tree Representations</a:t>
            </a:r>
            <a:endParaRPr lang="zh-CN" altLang="en-US" dirty="0"/>
          </a:p>
        </p:txBody>
      </p:sp>
      <p:sp>
        <p:nvSpPr>
          <p:cNvPr id="3" name="内容占位符 2"/>
          <p:cNvSpPr>
            <a:spLocks noGrp="1"/>
          </p:cNvSpPr>
          <p:nvPr>
            <p:ph idx="1"/>
          </p:nvPr>
        </p:nvSpPr>
        <p:spPr/>
        <p:txBody>
          <a:bodyPr/>
          <a:lstStyle/>
          <a:p>
            <a:r>
              <a:rPr lang="en-US" altLang="zh-CN" dirty="0" smtClean="0"/>
              <a:t>First child next sibling</a:t>
            </a:r>
            <a:r>
              <a:rPr lang="zh-CN" altLang="en-US" dirty="0" smtClean="0"/>
              <a:t>（孩子兄弟表示法）</a:t>
            </a:r>
            <a:endParaRPr lang="en-US" altLang="zh-CN" dirty="0" smtClean="0"/>
          </a:p>
          <a:p>
            <a:pPr>
              <a:lnSpc>
                <a:spcPct val="80000"/>
              </a:lnSpc>
              <a:buFontTx/>
              <a:buNone/>
            </a:pPr>
            <a:r>
              <a:rPr lang="en-US" altLang="zh-CN" sz="2000" b="1" dirty="0">
                <a:latin typeface="Courier New" pitchFamily="49" charset="0"/>
              </a:rPr>
              <a:t>/* Node declarations for trees */</a:t>
            </a:r>
          </a:p>
          <a:p>
            <a:pPr>
              <a:lnSpc>
                <a:spcPct val="80000"/>
              </a:lnSpc>
              <a:buFontTx/>
              <a:buNone/>
            </a:pPr>
            <a:r>
              <a:rPr lang="en-US" altLang="zh-CN" sz="2000" b="1" dirty="0" err="1">
                <a:latin typeface="Courier New" pitchFamily="49" charset="0"/>
              </a:rPr>
              <a:t>struct</a:t>
            </a:r>
            <a:r>
              <a:rPr lang="en-US" altLang="zh-CN" sz="2000" b="1" dirty="0">
                <a:latin typeface="Courier New" pitchFamily="49" charset="0"/>
              </a:rPr>
              <a:t> </a:t>
            </a:r>
            <a:r>
              <a:rPr lang="en-US" altLang="zh-CN" sz="2000" b="1" dirty="0" err="1">
                <a:latin typeface="Courier New" pitchFamily="49" charset="0"/>
              </a:rPr>
              <a:t>TreeNode</a:t>
            </a:r>
            <a:r>
              <a:rPr lang="en-US" altLang="zh-CN" sz="2000" b="1" dirty="0">
                <a:latin typeface="Courier New" pitchFamily="49" charset="0"/>
              </a:rPr>
              <a:t> </a:t>
            </a:r>
          </a:p>
          <a:p>
            <a:pPr>
              <a:lnSpc>
                <a:spcPct val="80000"/>
              </a:lnSpc>
              <a:buFontTx/>
              <a:buNone/>
            </a:pPr>
            <a:r>
              <a:rPr lang="en-US" altLang="zh-CN" sz="2000" b="1" dirty="0">
                <a:latin typeface="Courier New" pitchFamily="49" charset="0"/>
              </a:rPr>
              <a:t>{</a:t>
            </a:r>
          </a:p>
          <a:p>
            <a:pPr>
              <a:lnSpc>
                <a:spcPct val="80000"/>
              </a:lnSpc>
              <a:buFontTx/>
              <a:buNone/>
            </a:pPr>
            <a:r>
              <a:rPr lang="en-US" altLang="zh-CN" sz="2000" b="1" dirty="0">
                <a:latin typeface="Courier New" pitchFamily="49" charset="0"/>
              </a:rPr>
              <a:t>    </a:t>
            </a:r>
            <a:r>
              <a:rPr lang="en-US" altLang="zh-CN" sz="2000" b="1" dirty="0" err="1">
                <a:latin typeface="Courier New" pitchFamily="49" charset="0"/>
              </a:rPr>
              <a:t>TElemType</a:t>
            </a:r>
            <a:r>
              <a:rPr lang="en-US" altLang="zh-CN" sz="2000" b="1" dirty="0">
                <a:latin typeface="Courier New" pitchFamily="49" charset="0"/>
              </a:rPr>
              <a:t> data;</a:t>
            </a:r>
          </a:p>
          <a:p>
            <a:pPr>
              <a:lnSpc>
                <a:spcPct val="80000"/>
              </a:lnSpc>
              <a:buFontTx/>
              <a:buNone/>
            </a:pPr>
            <a:r>
              <a:rPr lang="en-US" altLang="zh-CN" sz="2000" b="1" dirty="0">
                <a:latin typeface="Courier New" pitchFamily="49" charset="0"/>
              </a:rPr>
              <a:t>    </a:t>
            </a:r>
            <a:r>
              <a:rPr lang="en-US" altLang="zh-CN" sz="2000" b="1" dirty="0" err="1">
                <a:latin typeface="Courier New" pitchFamily="49" charset="0"/>
              </a:rPr>
              <a:t>TreeNode</a:t>
            </a:r>
            <a:r>
              <a:rPr lang="en-US" altLang="zh-CN" sz="2000" b="1" dirty="0">
                <a:latin typeface="Courier New" pitchFamily="49" charset="0"/>
              </a:rPr>
              <a:t> *</a:t>
            </a:r>
            <a:r>
              <a:rPr lang="en-US" altLang="zh-CN" sz="2000" b="1" dirty="0" err="1">
                <a:latin typeface="Courier New" pitchFamily="49" charset="0"/>
              </a:rPr>
              <a:t>firstChild</a:t>
            </a:r>
            <a:r>
              <a:rPr lang="en-US" altLang="zh-CN" sz="2000" b="1" dirty="0">
                <a:latin typeface="Courier New" pitchFamily="49" charset="0"/>
              </a:rPr>
              <a:t>;</a:t>
            </a:r>
          </a:p>
          <a:p>
            <a:pPr>
              <a:lnSpc>
                <a:spcPct val="80000"/>
              </a:lnSpc>
              <a:buFontTx/>
              <a:buNone/>
            </a:pPr>
            <a:r>
              <a:rPr lang="en-US" altLang="zh-CN" sz="2000" b="1" dirty="0">
                <a:latin typeface="Courier New" pitchFamily="49" charset="0"/>
              </a:rPr>
              <a:t>    </a:t>
            </a:r>
            <a:r>
              <a:rPr lang="en-US" altLang="zh-CN" sz="2000" b="1" dirty="0" err="1">
                <a:latin typeface="Courier New" pitchFamily="49" charset="0"/>
              </a:rPr>
              <a:t>TreeNode</a:t>
            </a:r>
            <a:r>
              <a:rPr lang="en-US" altLang="zh-CN" sz="2000" b="1" dirty="0">
                <a:latin typeface="Courier New" pitchFamily="49" charset="0"/>
              </a:rPr>
              <a:t> *</a:t>
            </a:r>
            <a:r>
              <a:rPr lang="en-US" altLang="zh-CN" sz="2000" b="1" dirty="0" err="1">
                <a:latin typeface="Courier New" pitchFamily="49" charset="0"/>
              </a:rPr>
              <a:t>nextSibling</a:t>
            </a:r>
            <a:r>
              <a:rPr lang="en-US" altLang="zh-CN" sz="2000" b="1" dirty="0">
                <a:latin typeface="Courier New" pitchFamily="49" charset="0"/>
              </a:rPr>
              <a:t>;</a:t>
            </a:r>
          </a:p>
          <a:p>
            <a:pPr>
              <a:lnSpc>
                <a:spcPct val="80000"/>
              </a:lnSpc>
              <a:buFontTx/>
              <a:buNone/>
            </a:pPr>
            <a:r>
              <a:rPr lang="en-US" altLang="zh-CN" sz="2000" b="1" dirty="0">
                <a:latin typeface="Courier New" pitchFamily="49" charset="0"/>
              </a:rPr>
              <a:t>};</a:t>
            </a:r>
          </a:p>
        </p:txBody>
      </p:sp>
      <p:grpSp>
        <p:nvGrpSpPr>
          <p:cNvPr id="4" name="Group 86"/>
          <p:cNvGrpSpPr>
            <a:grpSpLocks/>
          </p:cNvGrpSpPr>
          <p:nvPr/>
        </p:nvGrpSpPr>
        <p:grpSpPr bwMode="auto">
          <a:xfrm>
            <a:off x="5024430" y="3351213"/>
            <a:ext cx="3143272" cy="3041394"/>
            <a:chOff x="2970" y="1888"/>
            <a:chExt cx="2314" cy="1961"/>
          </a:xfrm>
        </p:grpSpPr>
        <p:grpSp>
          <p:nvGrpSpPr>
            <p:cNvPr id="5" name="Group 41"/>
            <p:cNvGrpSpPr>
              <a:grpSpLocks/>
            </p:cNvGrpSpPr>
            <p:nvPr/>
          </p:nvGrpSpPr>
          <p:grpSpPr bwMode="auto">
            <a:xfrm>
              <a:off x="3922" y="1888"/>
              <a:ext cx="318" cy="283"/>
              <a:chOff x="1020" y="2387"/>
              <a:chExt cx="318" cy="283"/>
            </a:xfrm>
          </p:grpSpPr>
          <p:sp>
            <p:nvSpPr>
              <p:cNvPr id="38" name="Oval 42"/>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39" name="Text Box 43"/>
              <p:cNvSpPr txBox="1">
                <a:spLocks noChangeArrowheads="1"/>
              </p:cNvSpPr>
              <p:nvPr/>
            </p:nvSpPr>
            <p:spPr bwMode="auto">
              <a:xfrm>
                <a:off x="1066" y="2432"/>
                <a:ext cx="272" cy="238"/>
              </a:xfrm>
              <a:prstGeom prst="rect">
                <a:avLst/>
              </a:prstGeom>
              <a:noFill/>
              <a:ln w="9525">
                <a:noFill/>
                <a:miter lim="800000"/>
                <a:headEnd/>
                <a:tailEnd/>
              </a:ln>
              <a:effectLst/>
            </p:spPr>
            <p:txBody>
              <a:bodyPr>
                <a:spAutoFit/>
              </a:bodyPr>
              <a:lstStyle/>
              <a:p>
                <a:pPr>
                  <a:spcBef>
                    <a:spcPct val="50000"/>
                  </a:spcBef>
                </a:pPr>
                <a:r>
                  <a:rPr lang="en-US" altLang="zh-CN" dirty="0"/>
                  <a:t>A</a:t>
                </a:r>
              </a:p>
            </p:txBody>
          </p:sp>
        </p:grpSp>
        <p:grpSp>
          <p:nvGrpSpPr>
            <p:cNvPr id="6" name="Group 44"/>
            <p:cNvGrpSpPr>
              <a:grpSpLocks/>
            </p:cNvGrpSpPr>
            <p:nvPr/>
          </p:nvGrpSpPr>
          <p:grpSpPr bwMode="auto">
            <a:xfrm>
              <a:off x="3423" y="2478"/>
              <a:ext cx="318" cy="283"/>
              <a:chOff x="1020" y="2387"/>
              <a:chExt cx="318" cy="283"/>
            </a:xfrm>
          </p:grpSpPr>
          <p:sp>
            <p:nvSpPr>
              <p:cNvPr id="36" name="Oval 45"/>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37" name="Text Box 46"/>
              <p:cNvSpPr txBox="1">
                <a:spLocks noChangeArrowheads="1"/>
              </p:cNvSpPr>
              <p:nvPr/>
            </p:nvSpPr>
            <p:spPr bwMode="auto">
              <a:xfrm>
                <a:off x="1066" y="2432"/>
                <a:ext cx="272" cy="238"/>
              </a:xfrm>
              <a:prstGeom prst="rect">
                <a:avLst/>
              </a:prstGeom>
              <a:noFill/>
              <a:ln w="9525">
                <a:noFill/>
                <a:miter lim="800000"/>
                <a:headEnd/>
                <a:tailEnd/>
              </a:ln>
              <a:effectLst/>
            </p:spPr>
            <p:txBody>
              <a:bodyPr>
                <a:spAutoFit/>
              </a:bodyPr>
              <a:lstStyle/>
              <a:p>
                <a:pPr>
                  <a:spcBef>
                    <a:spcPct val="50000"/>
                  </a:spcBef>
                </a:pPr>
                <a:r>
                  <a:rPr lang="en-US" altLang="zh-CN" dirty="0"/>
                  <a:t>B</a:t>
                </a:r>
              </a:p>
            </p:txBody>
          </p:sp>
        </p:grpSp>
        <p:grpSp>
          <p:nvGrpSpPr>
            <p:cNvPr id="7" name="Group 47"/>
            <p:cNvGrpSpPr>
              <a:grpSpLocks/>
            </p:cNvGrpSpPr>
            <p:nvPr/>
          </p:nvGrpSpPr>
          <p:grpSpPr bwMode="auto">
            <a:xfrm>
              <a:off x="4014" y="2478"/>
              <a:ext cx="318" cy="283"/>
              <a:chOff x="1020" y="2387"/>
              <a:chExt cx="318" cy="283"/>
            </a:xfrm>
          </p:grpSpPr>
          <p:sp>
            <p:nvSpPr>
              <p:cNvPr id="34" name="Oval 48"/>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35" name="Text Box 49"/>
              <p:cNvSpPr txBox="1">
                <a:spLocks noChangeArrowheads="1"/>
              </p:cNvSpPr>
              <p:nvPr/>
            </p:nvSpPr>
            <p:spPr bwMode="auto">
              <a:xfrm>
                <a:off x="1066" y="2432"/>
                <a:ext cx="272" cy="238"/>
              </a:xfrm>
              <a:prstGeom prst="rect">
                <a:avLst/>
              </a:prstGeom>
              <a:noFill/>
              <a:ln w="9525">
                <a:noFill/>
                <a:miter lim="800000"/>
                <a:headEnd/>
                <a:tailEnd/>
              </a:ln>
              <a:effectLst/>
            </p:spPr>
            <p:txBody>
              <a:bodyPr>
                <a:spAutoFit/>
              </a:bodyPr>
              <a:lstStyle/>
              <a:p>
                <a:pPr>
                  <a:spcBef>
                    <a:spcPct val="50000"/>
                  </a:spcBef>
                </a:pPr>
                <a:r>
                  <a:rPr lang="en-US" altLang="zh-CN" dirty="0"/>
                  <a:t>C</a:t>
                </a:r>
              </a:p>
            </p:txBody>
          </p:sp>
        </p:grpSp>
        <p:grpSp>
          <p:nvGrpSpPr>
            <p:cNvPr id="8" name="Group 50"/>
            <p:cNvGrpSpPr>
              <a:grpSpLocks/>
            </p:cNvGrpSpPr>
            <p:nvPr/>
          </p:nvGrpSpPr>
          <p:grpSpPr bwMode="auto">
            <a:xfrm>
              <a:off x="2970" y="3022"/>
              <a:ext cx="318" cy="283"/>
              <a:chOff x="1020" y="2387"/>
              <a:chExt cx="318" cy="283"/>
            </a:xfrm>
          </p:grpSpPr>
          <p:sp>
            <p:nvSpPr>
              <p:cNvPr id="32" name="Oval 51"/>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33" name="Text Box 52"/>
              <p:cNvSpPr txBox="1">
                <a:spLocks noChangeArrowheads="1"/>
              </p:cNvSpPr>
              <p:nvPr/>
            </p:nvSpPr>
            <p:spPr bwMode="auto">
              <a:xfrm>
                <a:off x="1066" y="2432"/>
                <a:ext cx="272" cy="238"/>
              </a:xfrm>
              <a:prstGeom prst="rect">
                <a:avLst/>
              </a:prstGeom>
              <a:noFill/>
              <a:ln w="9525">
                <a:noFill/>
                <a:miter lim="800000"/>
                <a:headEnd/>
                <a:tailEnd/>
              </a:ln>
              <a:effectLst/>
            </p:spPr>
            <p:txBody>
              <a:bodyPr>
                <a:spAutoFit/>
              </a:bodyPr>
              <a:lstStyle/>
              <a:p>
                <a:pPr>
                  <a:spcBef>
                    <a:spcPct val="50000"/>
                  </a:spcBef>
                </a:pPr>
                <a:r>
                  <a:rPr lang="en-US" altLang="zh-CN" dirty="0"/>
                  <a:t>E</a:t>
                </a:r>
              </a:p>
            </p:txBody>
          </p:sp>
        </p:grpSp>
        <p:grpSp>
          <p:nvGrpSpPr>
            <p:cNvPr id="9" name="Group 53"/>
            <p:cNvGrpSpPr>
              <a:grpSpLocks/>
            </p:cNvGrpSpPr>
            <p:nvPr/>
          </p:nvGrpSpPr>
          <p:grpSpPr bwMode="auto">
            <a:xfrm>
              <a:off x="4603" y="2478"/>
              <a:ext cx="318" cy="283"/>
              <a:chOff x="1020" y="2387"/>
              <a:chExt cx="318" cy="283"/>
            </a:xfrm>
          </p:grpSpPr>
          <p:sp>
            <p:nvSpPr>
              <p:cNvPr id="30" name="Oval 54"/>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31" name="Text Box 55"/>
              <p:cNvSpPr txBox="1">
                <a:spLocks noChangeArrowheads="1"/>
              </p:cNvSpPr>
              <p:nvPr/>
            </p:nvSpPr>
            <p:spPr bwMode="auto">
              <a:xfrm>
                <a:off x="1066" y="2432"/>
                <a:ext cx="272" cy="238"/>
              </a:xfrm>
              <a:prstGeom prst="rect">
                <a:avLst/>
              </a:prstGeom>
              <a:noFill/>
              <a:ln w="9525">
                <a:noFill/>
                <a:miter lim="800000"/>
                <a:headEnd/>
                <a:tailEnd/>
              </a:ln>
              <a:effectLst/>
            </p:spPr>
            <p:txBody>
              <a:bodyPr>
                <a:spAutoFit/>
              </a:bodyPr>
              <a:lstStyle/>
              <a:p>
                <a:pPr>
                  <a:spcBef>
                    <a:spcPct val="50000"/>
                  </a:spcBef>
                </a:pPr>
                <a:r>
                  <a:rPr lang="en-US" altLang="zh-CN" dirty="0"/>
                  <a:t>D</a:t>
                </a:r>
              </a:p>
            </p:txBody>
          </p:sp>
        </p:grpSp>
        <p:grpSp>
          <p:nvGrpSpPr>
            <p:cNvPr id="10" name="Group 56"/>
            <p:cNvGrpSpPr>
              <a:grpSpLocks/>
            </p:cNvGrpSpPr>
            <p:nvPr/>
          </p:nvGrpSpPr>
          <p:grpSpPr bwMode="auto">
            <a:xfrm>
              <a:off x="3605" y="3018"/>
              <a:ext cx="318" cy="283"/>
              <a:chOff x="1020" y="2387"/>
              <a:chExt cx="318" cy="283"/>
            </a:xfrm>
          </p:grpSpPr>
          <p:sp>
            <p:nvSpPr>
              <p:cNvPr id="28" name="Oval 57"/>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29" name="Text Box 58"/>
              <p:cNvSpPr txBox="1">
                <a:spLocks noChangeArrowheads="1"/>
              </p:cNvSpPr>
              <p:nvPr/>
            </p:nvSpPr>
            <p:spPr bwMode="auto">
              <a:xfrm>
                <a:off x="1066" y="2432"/>
                <a:ext cx="272" cy="238"/>
              </a:xfrm>
              <a:prstGeom prst="rect">
                <a:avLst/>
              </a:prstGeom>
              <a:noFill/>
              <a:ln w="9525">
                <a:noFill/>
                <a:miter lim="800000"/>
                <a:headEnd/>
                <a:tailEnd/>
              </a:ln>
              <a:effectLst/>
            </p:spPr>
            <p:txBody>
              <a:bodyPr>
                <a:spAutoFit/>
              </a:bodyPr>
              <a:lstStyle/>
              <a:p>
                <a:pPr>
                  <a:spcBef>
                    <a:spcPct val="50000"/>
                  </a:spcBef>
                </a:pPr>
                <a:r>
                  <a:rPr lang="en-US" altLang="zh-CN" dirty="0"/>
                  <a:t>F</a:t>
                </a:r>
              </a:p>
            </p:txBody>
          </p:sp>
        </p:grpSp>
        <p:grpSp>
          <p:nvGrpSpPr>
            <p:cNvPr id="11" name="Group 59"/>
            <p:cNvGrpSpPr>
              <a:grpSpLocks/>
            </p:cNvGrpSpPr>
            <p:nvPr/>
          </p:nvGrpSpPr>
          <p:grpSpPr bwMode="auto">
            <a:xfrm>
              <a:off x="4512" y="3022"/>
              <a:ext cx="318" cy="283"/>
              <a:chOff x="1020" y="2387"/>
              <a:chExt cx="318" cy="283"/>
            </a:xfrm>
          </p:grpSpPr>
          <p:sp>
            <p:nvSpPr>
              <p:cNvPr id="26" name="Oval 60"/>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27" name="Text Box 61"/>
              <p:cNvSpPr txBox="1">
                <a:spLocks noChangeArrowheads="1"/>
              </p:cNvSpPr>
              <p:nvPr/>
            </p:nvSpPr>
            <p:spPr bwMode="auto">
              <a:xfrm>
                <a:off x="1066" y="2432"/>
                <a:ext cx="272" cy="238"/>
              </a:xfrm>
              <a:prstGeom prst="rect">
                <a:avLst/>
              </a:prstGeom>
              <a:noFill/>
              <a:ln w="9525">
                <a:noFill/>
                <a:miter lim="800000"/>
                <a:headEnd/>
                <a:tailEnd/>
              </a:ln>
              <a:effectLst/>
            </p:spPr>
            <p:txBody>
              <a:bodyPr>
                <a:spAutoFit/>
              </a:bodyPr>
              <a:lstStyle/>
              <a:p>
                <a:pPr>
                  <a:spcBef>
                    <a:spcPct val="50000"/>
                  </a:spcBef>
                </a:pPr>
                <a:r>
                  <a:rPr lang="en-US" altLang="zh-CN" dirty="0"/>
                  <a:t>G</a:t>
                </a:r>
              </a:p>
            </p:txBody>
          </p:sp>
        </p:grpSp>
        <p:grpSp>
          <p:nvGrpSpPr>
            <p:cNvPr id="12" name="Group 62"/>
            <p:cNvGrpSpPr>
              <a:grpSpLocks/>
            </p:cNvGrpSpPr>
            <p:nvPr/>
          </p:nvGrpSpPr>
          <p:grpSpPr bwMode="auto">
            <a:xfrm>
              <a:off x="4105" y="3566"/>
              <a:ext cx="318" cy="283"/>
              <a:chOff x="1020" y="2387"/>
              <a:chExt cx="318" cy="283"/>
            </a:xfrm>
          </p:grpSpPr>
          <p:sp>
            <p:nvSpPr>
              <p:cNvPr id="24" name="Oval 63"/>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25" name="Text Box 64"/>
              <p:cNvSpPr txBox="1">
                <a:spLocks noChangeArrowheads="1"/>
              </p:cNvSpPr>
              <p:nvPr/>
            </p:nvSpPr>
            <p:spPr bwMode="auto">
              <a:xfrm>
                <a:off x="1066" y="2432"/>
                <a:ext cx="272" cy="238"/>
              </a:xfrm>
              <a:prstGeom prst="rect">
                <a:avLst/>
              </a:prstGeom>
              <a:noFill/>
              <a:ln w="9525">
                <a:noFill/>
                <a:miter lim="800000"/>
                <a:headEnd/>
                <a:tailEnd/>
              </a:ln>
              <a:effectLst/>
            </p:spPr>
            <p:txBody>
              <a:bodyPr>
                <a:spAutoFit/>
              </a:bodyPr>
              <a:lstStyle/>
              <a:p>
                <a:pPr>
                  <a:spcBef>
                    <a:spcPct val="50000"/>
                  </a:spcBef>
                </a:pPr>
                <a:r>
                  <a:rPr lang="en-US" altLang="zh-CN" dirty="0"/>
                  <a:t>H</a:t>
                </a:r>
              </a:p>
            </p:txBody>
          </p:sp>
        </p:grpSp>
        <p:grpSp>
          <p:nvGrpSpPr>
            <p:cNvPr id="13" name="Group 65"/>
            <p:cNvGrpSpPr>
              <a:grpSpLocks/>
            </p:cNvGrpSpPr>
            <p:nvPr/>
          </p:nvGrpSpPr>
          <p:grpSpPr bwMode="auto">
            <a:xfrm>
              <a:off x="4966" y="3566"/>
              <a:ext cx="318" cy="283"/>
              <a:chOff x="1020" y="2387"/>
              <a:chExt cx="318" cy="283"/>
            </a:xfrm>
          </p:grpSpPr>
          <p:sp>
            <p:nvSpPr>
              <p:cNvPr id="22" name="Oval 66"/>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23" name="Text Box 67"/>
              <p:cNvSpPr txBox="1">
                <a:spLocks noChangeArrowheads="1"/>
              </p:cNvSpPr>
              <p:nvPr/>
            </p:nvSpPr>
            <p:spPr bwMode="auto">
              <a:xfrm>
                <a:off x="1066" y="2432"/>
                <a:ext cx="272" cy="238"/>
              </a:xfrm>
              <a:prstGeom prst="rect">
                <a:avLst/>
              </a:prstGeom>
              <a:noFill/>
              <a:ln w="9525">
                <a:noFill/>
                <a:miter lim="800000"/>
                <a:headEnd/>
                <a:tailEnd/>
              </a:ln>
              <a:effectLst/>
            </p:spPr>
            <p:txBody>
              <a:bodyPr>
                <a:spAutoFit/>
              </a:bodyPr>
              <a:lstStyle/>
              <a:p>
                <a:pPr>
                  <a:spcBef>
                    <a:spcPct val="50000"/>
                  </a:spcBef>
                </a:pPr>
                <a:r>
                  <a:rPr lang="en-US" altLang="zh-CN" dirty="0"/>
                  <a:t>I</a:t>
                </a:r>
              </a:p>
            </p:txBody>
          </p:sp>
        </p:grpSp>
        <p:sp>
          <p:nvSpPr>
            <p:cNvPr id="14" name="Line 77"/>
            <p:cNvSpPr>
              <a:spLocks noChangeShapeType="1"/>
            </p:cNvSpPr>
            <p:nvPr/>
          </p:nvSpPr>
          <p:spPr bwMode="auto">
            <a:xfrm flipH="1">
              <a:off x="3651" y="2115"/>
              <a:ext cx="318" cy="363"/>
            </a:xfrm>
            <a:prstGeom prst="line">
              <a:avLst/>
            </a:prstGeom>
            <a:noFill/>
            <a:ln w="9525">
              <a:solidFill>
                <a:schemeClr val="tx1"/>
              </a:solidFill>
              <a:round/>
              <a:headEnd/>
              <a:tailEnd type="triangle" w="med" len="med"/>
            </a:ln>
            <a:effectLst/>
          </p:spPr>
          <p:txBody>
            <a:bodyPr/>
            <a:lstStyle/>
            <a:p>
              <a:endParaRPr lang="zh-CN" altLang="en-US"/>
            </a:p>
          </p:txBody>
        </p:sp>
        <p:sp>
          <p:nvSpPr>
            <p:cNvPr id="15" name="Line 79"/>
            <p:cNvSpPr>
              <a:spLocks noChangeShapeType="1"/>
            </p:cNvSpPr>
            <p:nvPr/>
          </p:nvSpPr>
          <p:spPr bwMode="auto">
            <a:xfrm>
              <a:off x="3742" y="2614"/>
              <a:ext cx="317" cy="0"/>
            </a:xfrm>
            <a:prstGeom prst="line">
              <a:avLst/>
            </a:prstGeom>
            <a:noFill/>
            <a:ln w="9525">
              <a:solidFill>
                <a:schemeClr val="tx1"/>
              </a:solidFill>
              <a:round/>
              <a:headEnd/>
              <a:tailEnd type="triangle" w="med" len="med"/>
            </a:ln>
            <a:effectLst/>
          </p:spPr>
          <p:txBody>
            <a:bodyPr/>
            <a:lstStyle/>
            <a:p>
              <a:endParaRPr lang="zh-CN" altLang="en-US"/>
            </a:p>
          </p:txBody>
        </p:sp>
        <p:sp>
          <p:nvSpPr>
            <p:cNvPr id="16" name="Line 80"/>
            <p:cNvSpPr>
              <a:spLocks noChangeShapeType="1"/>
            </p:cNvSpPr>
            <p:nvPr/>
          </p:nvSpPr>
          <p:spPr bwMode="auto">
            <a:xfrm>
              <a:off x="4332" y="2614"/>
              <a:ext cx="317" cy="0"/>
            </a:xfrm>
            <a:prstGeom prst="line">
              <a:avLst/>
            </a:prstGeom>
            <a:noFill/>
            <a:ln w="9525">
              <a:solidFill>
                <a:schemeClr val="tx1"/>
              </a:solidFill>
              <a:round/>
              <a:headEnd/>
              <a:tailEnd type="triangle" w="med" len="med"/>
            </a:ln>
            <a:effectLst/>
          </p:spPr>
          <p:txBody>
            <a:bodyPr/>
            <a:lstStyle/>
            <a:p>
              <a:endParaRPr lang="zh-CN" altLang="en-US"/>
            </a:p>
          </p:txBody>
        </p:sp>
        <p:sp>
          <p:nvSpPr>
            <p:cNvPr id="17" name="Line 81"/>
            <p:cNvSpPr>
              <a:spLocks noChangeShapeType="1"/>
            </p:cNvSpPr>
            <p:nvPr/>
          </p:nvSpPr>
          <p:spPr bwMode="auto">
            <a:xfrm flipH="1">
              <a:off x="3198" y="2704"/>
              <a:ext cx="318" cy="363"/>
            </a:xfrm>
            <a:prstGeom prst="line">
              <a:avLst/>
            </a:prstGeom>
            <a:noFill/>
            <a:ln w="9525">
              <a:solidFill>
                <a:schemeClr val="tx1"/>
              </a:solidFill>
              <a:round/>
              <a:headEnd/>
              <a:tailEnd type="triangle" w="med" len="med"/>
            </a:ln>
            <a:effectLst/>
          </p:spPr>
          <p:txBody>
            <a:bodyPr/>
            <a:lstStyle/>
            <a:p>
              <a:endParaRPr lang="zh-CN" altLang="en-US"/>
            </a:p>
          </p:txBody>
        </p:sp>
        <p:sp>
          <p:nvSpPr>
            <p:cNvPr id="18" name="Line 82"/>
            <p:cNvSpPr>
              <a:spLocks noChangeShapeType="1"/>
            </p:cNvSpPr>
            <p:nvPr/>
          </p:nvSpPr>
          <p:spPr bwMode="auto">
            <a:xfrm flipH="1">
              <a:off x="4286" y="3249"/>
              <a:ext cx="318" cy="363"/>
            </a:xfrm>
            <a:prstGeom prst="line">
              <a:avLst/>
            </a:prstGeom>
            <a:noFill/>
            <a:ln w="9525">
              <a:solidFill>
                <a:schemeClr val="tx1"/>
              </a:solidFill>
              <a:round/>
              <a:headEnd/>
              <a:tailEnd type="triangle" w="med" len="med"/>
            </a:ln>
            <a:effectLst/>
          </p:spPr>
          <p:txBody>
            <a:bodyPr/>
            <a:lstStyle/>
            <a:p>
              <a:endParaRPr lang="zh-CN" altLang="en-US"/>
            </a:p>
          </p:txBody>
        </p:sp>
        <p:sp>
          <p:nvSpPr>
            <p:cNvPr id="19" name="Line 83"/>
            <p:cNvSpPr>
              <a:spLocks noChangeShapeType="1"/>
            </p:cNvSpPr>
            <p:nvPr/>
          </p:nvSpPr>
          <p:spPr bwMode="auto">
            <a:xfrm>
              <a:off x="3289" y="3158"/>
              <a:ext cx="317" cy="0"/>
            </a:xfrm>
            <a:prstGeom prst="line">
              <a:avLst/>
            </a:prstGeom>
            <a:noFill/>
            <a:ln w="9525">
              <a:solidFill>
                <a:schemeClr val="tx1"/>
              </a:solidFill>
              <a:round/>
              <a:headEnd/>
              <a:tailEnd type="triangle" w="med" len="med"/>
            </a:ln>
            <a:effectLst/>
          </p:spPr>
          <p:txBody>
            <a:bodyPr/>
            <a:lstStyle/>
            <a:p>
              <a:endParaRPr lang="zh-CN" altLang="en-US"/>
            </a:p>
          </p:txBody>
        </p:sp>
        <p:sp>
          <p:nvSpPr>
            <p:cNvPr id="20" name="Line 84"/>
            <p:cNvSpPr>
              <a:spLocks noChangeShapeType="1"/>
            </p:cNvSpPr>
            <p:nvPr/>
          </p:nvSpPr>
          <p:spPr bwMode="auto">
            <a:xfrm>
              <a:off x="4468" y="3702"/>
              <a:ext cx="499" cy="0"/>
            </a:xfrm>
            <a:prstGeom prst="line">
              <a:avLst/>
            </a:prstGeom>
            <a:noFill/>
            <a:ln w="9525">
              <a:solidFill>
                <a:schemeClr val="tx1"/>
              </a:solidFill>
              <a:round/>
              <a:headEnd/>
              <a:tailEnd type="triangle" w="med" len="med"/>
            </a:ln>
            <a:effectLst/>
          </p:spPr>
          <p:txBody>
            <a:bodyPr/>
            <a:lstStyle/>
            <a:p>
              <a:endParaRPr lang="zh-CN" altLang="en-US"/>
            </a:p>
          </p:txBody>
        </p:sp>
        <p:sp>
          <p:nvSpPr>
            <p:cNvPr id="21" name="Line 85"/>
            <p:cNvSpPr>
              <a:spLocks noChangeShapeType="1"/>
            </p:cNvSpPr>
            <p:nvPr/>
          </p:nvSpPr>
          <p:spPr bwMode="auto">
            <a:xfrm flipH="1">
              <a:off x="4694" y="2704"/>
              <a:ext cx="46" cy="363"/>
            </a:xfrm>
            <a:prstGeom prst="line">
              <a:avLst/>
            </a:prstGeom>
            <a:noFill/>
            <a:ln w="9525">
              <a:solidFill>
                <a:schemeClr val="tx1"/>
              </a:solidFill>
              <a:round/>
              <a:headEnd/>
              <a:tailEnd type="triangle" w="med" len="med"/>
            </a:ln>
            <a:effectLst/>
          </p:spPr>
          <p:txBody>
            <a:bodyPr/>
            <a:lstStyle/>
            <a:p>
              <a:endParaRPr lang="zh-CN" altLang="en-US"/>
            </a:p>
          </p:txBody>
        </p:sp>
      </p:grpSp>
      <p:grpSp>
        <p:nvGrpSpPr>
          <p:cNvPr id="40" name="Group 4"/>
          <p:cNvGrpSpPr>
            <a:grpSpLocks/>
          </p:cNvGrpSpPr>
          <p:nvPr/>
        </p:nvGrpSpPr>
        <p:grpSpPr bwMode="auto">
          <a:xfrm>
            <a:off x="1738314" y="3494089"/>
            <a:ext cx="3071802" cy="2949146"/>
            <a:chOff x="340" y="1888"/>
            <a:chExt cx="2314" cy="1918"/>
          </a:xfrm>
        </p:grpSpPr>
        <p:grpSp>
          <p:nvGrpSpPr>
            <p:cNvPr id="41" name="Group 5"/>
            <p:cNvGrpSpPr>
              <a:grpSpLocks/>
            </p:cNvGrpSpPr>
            <p:nvPr/>
          </p:nvGrpSpPr>
          <p:grpSpPr bwMode="auto">
            <a:xfrm>
              <a:off x="1292" y="1888"/>
              <a:ext cx="318" cy="285"/>
              <a:chOff x="1020" y="2387"/>
              <a:chExt cx="318" cy="285"/>
            </a:xfrm>
          </p:grpSpPr>
          <p:sp>
            <p:nvSpPr>
              <p:cNvPr id="74" name="Oval 6"/>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75" name="Text Box 7"/>
              <p:cNvSpPr txBox="1">
                <a:spLocks noChangeArrowheads="1"/>
              </p:cNvSpPr>
              <p:nvPr/>
            </p:nvSpPr>
            <p:spPr bwMode="auto">
              <a:xfrm>
                <a:off x="1066" y="2432"/>
                <a:ext cx="272" cy="240"/>
              </a:xfrm>
              <a:prstGeom prst="rect">
                <a:avLst/>
              </a:prstGeom>
              <a:noFill/>
              <a:ln w="9525">
                <a:noFill/>
                <a:miter lim="800000"/>
                <a:headEnd/>
                <a:tailEnd/>
              </a:ln>
              <a:effectLst/>
            </p:spPr>
            <p:txBody>
              <a:bodyPr>
                <a:spAutoFit/>
              </a:bodyPr>
              <a:lstStyle/>
              <a:p>
                <a:pPr>
                  <a:spcBef>
                    <a:spcPct val="50000"/>
                  </a:spcBef>
                </a:pPr>
                <a:r>
                  <a:rPr lang="en-US" altLang="zh-CN" dirty="0"/>
                  <a:t>A</a:t>
                </a:r>
              </a:p>
            </p:txBody>
          </p:sp>
        </p:grpSp>
        <p:grpSp>
          <p:nvGrpSpPr>
            <p:cNvPr id="42" name="Group 8"/>
            <p:cNvGrpSpPr>
              <a:grpSpLocks/>
            </p:cNvGrpSpPr>
            <p:nvPr/>
          </p:nvGrpSpPr>
          <p:grpSpPr bwMode="auto">
            <a:xfrm>
              <a:off x="793" y="2478"/>
              <a:ext cx="318" cy="285"/>
              <a:chOff x="1020" y="2387"/>
              <a:chExt cx="318" cy="285"/>
            </a:xfrm>
          </p:grpSpPr>
          <p:sp>
            <p:nvSpPr>
              <p:cNvPr id="72" name="Oval 9"/>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73" name="Text Box 10"/>
              <p:cNvSpPr txBox="1">
                <a:spLocks noChangeArrowheads="1"/>
              </p:cNvSpPr>
              <p:nvPr/>
            </p:nvSpPr>
            <p:spPr bwMode="auto">
              <a:xfrm>
                <a:off x="1066" y="2432"/>
                <a:ext cx="272" cy="240"/>
              </a:xfrm>
              <a:prstGeom prst="rect">
                <a:avLst/>
              </a:prstGeom>
              <a:noFill/>
              <a:ln w="9525">
                <a:noFill/>
                <a:miter lim="800000"/>
                <a:headEnd/>
                <a:tailEnd/>
              </a:ln>
              <a:effectLst/>
            </p:spPr>
            <p:txBody>
              <a:bodyPr>
                <a:spAutoFit/>
              </a:bodyPr>
              <a:lstStyle/>
              <a:p>
                <a:pPr>
                  <a:spcBef>
                    <a:spcPct val="50000"/>
                  </a:spcBef>
                </a:pPr>
                <a:r>
                  <a:rPr lang="en-US" altLang="zh-CN" dirty="0"/>
                  <a:t>B</a:t>
                </a:r>
              </a:p>
            </p:txBody>
          </p:sp>
        </p:grpSp>
        <p:grpSp>
          <p:nvGrpSpPr>
            <p:cNvPr id="43" name="Group 11"/>
            <p:cNvGrpSpPr>
              <a:grpSpLocks/>
            </p:cNvGrpSpPr>
            <p:nvPr/>
          </p:nvGrpSpPr>
          <p:grpSpPr bwMode="auto">
            <a:xfrm>
              <a:off x="1338" y="2478"/>
              <a:ext cx="318" cy="285"/>
              <a:chOff x="1020" y="2387"/>
              <a:chExt cx="318" cy="285"/>
            </a:xfrm>
          </p:grpSpPr>
          <p:sp>
            <p:nvSpPr>
              <p:cNvPr id="70" name="Oval 12"/>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71" name="Text Box 13"/>
              <p:cNvSpPr txBox="1">
                <a:spLocks noChangeArrowheads="1"/>
              </p:cNvSpPr>
              <p:nvPr/>
            </p:nvSpPr>
            <p:spPr bwMode="auto">
              <a:xfrm>
                <a:off x="1066" y="2432"/>
                <a:ext cx="272" cy="240"/>
              </a:xfrm>
              <a:prstGeom prst="rect">
                <a:avLst/>
              </a:prstGeom>
              <a:noFill/>
              <a:ln w="9525">
                <a:noFill/>
                <a:miter lim="800000"/>
                <a:headEnd/>
                <a:tailEnd/>
              </a:ln>
              <a:effectLst/>
            </p:spPr>
            <p:txBody>
              <a:bodyPr>
                <a:spAutoFit/>
              </a:bodyPr>
              <a:lstStyle/>
              <a:p>
                <a:pPr>
                  <a:spcBef>
                    <a:spcPct val="50000"/>
                  </a:spcBef>
                </a:pPr>
                <a:r>
                  <a:rPr lang="en-US" altLang="zh-CN" dirty="0"/>
                  <a:t>C</a:t>
                </a:r>
              </a:p>
            </p:txBody>
          </p:sp>
        </p:grpSp>
        <p:grpSp>
          <p:nvGrpSpPr>
            <p:cNvPr id="44" name="Group 14"/>
            <p:cNvGrpSpPr>
              <a:grpSpLocks/>
            </p:cNvGrpSpPr>
            <p:nvPr/>
          </p:nvGrpSpPr>
          <p:grpSpPr bwMode="auto">
            <a:xfrm>
              <a:off x="340" y="3022"/>
              <a:ext cx="318" cy="285"/>
              <a:chOff x="1020" y="2387"/>
              <a:chExt cx="318" cy="285"/>
            </a:xfrm>
          </p:grpSpPr>
          <p:sp>
            <p:nvSpPr>
              <p:cNvPr id="68" name="Oval 15"/>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69" name="Text Box 16"/>
              <p:cNvSpPr txBox="1">
                <a:spLocks noChangeArrowheads="1"/>
              </p:cNvSpPr>
              <p:nvPr/>
            </p:nvSpPr>
            <p:spPr bwMode="auto">
              <a:xfrm>
                <a:off x="1066" y="2432"/>
                <a:ext cx="272" cy="240"/>
              </a:xfrm>
              <a:prstGeom prst="rect">
                <a:avLst/>
              </a:prstGeom>
              <a:noFill/>
              <a:ln w="9525">
                <a:noFill/>
                <a:miter lim="800000"/>
                <a:headEnd/>
                <a:tailEnd/>
              </a:ln>
              <a:effectLst/>
            </p:spPr>
            <p:txBody>
              <a:bodyPr>
                <a:spAutoFit/>
              </a:bodyPr>
              <a:lstStyle/>
              <a:p>
                <a:pPr>
                  <a:spcBef>
                    <a:spcPct val="50000"/>
                  </a:spcBef>
                </a:pPr>
                <a:r>
                  <a:rPr lang="en-US" altLang="zh-CN" dirty="0"/>
                  <a:t>E</a:t>
                </a:r>
              </a:p>
            </p:txBody>
          </p:sp>
        </p:grpSp>
        <p:grpSp>
          <p:nvGrpSpPr>
            <p:cNvPr id="45" name="Group 17"/>
            <p:cNvGrpSpPr>
              <a:grpSpLocks/>
            </p:cNvGrpSpPr>
            <p:nvPr/>
          </p:nvGrpSpPr>
          <p:grpSpPr bwMode="auto">
            <a:xfrm>
              <a:off x="1882" y="2478"/>
              <a:ext cx="318" cy="285"/>
              <a:chOff x="1020" y="2387"/>
              <a:chExt cx="318" cy="285"/>
            </a:xfrm>
          </p:grpSpPr>
          <p:sp>
            <p:nvSpPr>
              <p:cNvPr id="66" name="Oval 18"/>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67" name="Text Box 19"/>
              <p:cNvSpPr txBox="1">
                <a:spLocks noChangeArrowheads="1"/>
              </p:cNvSpPr>
              <p:nvPr/>
            </p:nvSpPr>
            <p:spPr bwMode="auto">
              <a:xfrm>
                <a:off x="1066" y="2432"/>
                <a:ext cx="272" cy="240"/>
              </a:xfrm>
              <a:prstGeom prst="rect">
                <a:avLst/>
              </a:prstGeom>
              <a:noFill/>
              <a:ln w="9525">
                <a:noFill/>
                <a:miter lim="800000"/>
                <a:headEnd/>
                <a:tailEnd/>
              </a:ln>
              <a:effectLst/>
            </p:spPr>
            <p:txBody>
              <a:bodyPr>
                <a:spAutoFit/>
              </a:bodyPr>
              <a:lstStyle/>
              <a:p>
                <a:pPr>
                  <a:spcBef>
                    <a:spcPct val="50000"/>
                  </a:spcBef>
                </a:pPr>
                <a:r>
                  <a:rPr lang="en-US" altLang="zh-CN" dirty="0"/>
                  <a:t>D</a:t>
                </a:r>
              </a:p>
            </p:txBody>
          </p:sp>
        </p:grpSp>
        <p:grpSp>
          <p:nvGrpSpPr>
            <p:cNvPr id="46" name="Group 20"/>
            <p:cNvGrpSpPr>
              <a:grpSpLocks/>
            </p:cNvGrpSpPr>
            <p:nvPr/>
          </p:nvGrpSpPr>
          <p:grpSpPr bwMode="auto">
            <a:xfrm>
              <a:off x="975" y="3018"/>
              <a:ext cx="318" cy="285"/>
              <a:chOff x="1020" y="2387"/>
              <a:chExt cx="318" cy="285"/>
            </a:xfrm>
          </p:grpSpPr>
          <p:sp>
            <p:nvSpPr>
              <p:cNvPr id="64" name="Oval 21"/>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65" name="Text Box 22"/>
              <p:cNvSpPr txBox="1">
                <a:spLocks noChangeArrowheads="1"/>
              </p:cNvSpPr>
              <p:nvPr/>
            </p:nvSpPr>
            <p:spPr bwMode="auto">
              <a:xfrm>
                <a:off x="1066" y="2432"/>
                <a:ext cx="272" cy="240"/>
              </a:xfrm>
              <a:prstGeom prst="rect">
                <a:avLst/>
              </a:prstGeom>
              <a:noFill/>
              <a:ln w="9525">
                <a:noFill/>
                <a:miter lim="800000"/>
                <a:headEnd/>
                <a:tailEnd/>
              </a:ln>
              <a:effectLst/>
            </p:spPr>
            <p:txBody>
              <a:bodyPr>
                <a:spAutoFit/>
              </a:bodyPr>
              <a:lstStyle/>
              <a:p>
                <a:pPr>
                  <a:spcBef>
                    <a:spcPct val="50000"/>
                  </a:spcBef>
                </a:pPr>
                <a:r>
                  <a:rPr lang="en-US" altLang="zh-CN" dirty="0"/>
                  <a:t>F</a:t>
                </a:r>
              </a:p>
            </p:txBody>
          </p:sp>
        </p:grpSp>
        <p:grpSp>
          <p:nvGrpSpPr>
            <p:cNvPr id="47" name="Group 23"/>
            <p:cNvGrpSpPr>
              <a:grpSpLocks/>
            </p:cNvGrpSpPr>
            <p:nvPr/>
          </p:nvGrpSpPr>
          <p:grpSpPr bwMode="auto">
            <a:xfrm>
              <a:off x="1882" y="3022"/>
              <a:ext cx="318" cy="285"/>
              <a:chOff x="1020" y="2387"/>
              <a:chExt cx="318" cy="285"/>
            </a:xfrm>
          </p:grpSpPr>
          <p:sp>
            <p:nvSpPr>
              <p:cNvPr id="62" name="Oval 24"/>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63" name="Text Box 25"/>
              <p:cNvSpPr txBox="1">
                <a:spLocks noChangeArrowheads="1"/>
              </p:cNvSpPr>
              <p:nvPr/>
            </p:nvSpPr>
            <p:spPr bwMode="auto">
              <a:xfrm>
                <a:off x="1066" y="2432"/>
                <a:ext cx="272" cy="240"/>
              </a:xfrm>
              <a:prstGeom prst="rect">
                <a:avLst/>
              </a:prstGeom>
              <a:noFill/>
              <a:ln w="9525">
                <a:noFill/>
                <a:miter lim="800000"/>
                <a:headEnd/>
                <a:tailEnd/>
              </a:ln>
              <a:effectLst/>
            </p:spPr>
            <p:txBody>
              <a:bodyPr>
                <a:spAutoFit/>
              </a:bodyPr>
              <a:lstStyle/>
              <a:p>
                <a:pPr>
                  <a:spcBef>
                    <a:spcPct val="50000"/>
                  </a:spcBef>
                </a:pPr>
                <a:r>
                  <a:rPr lang="en-US" altLang="zh-CN" dirty="0"/>
                  <a:t>G</a:t>
                </a:r>
              </a:p>
            </p:txBody>
          </p:sp>
        </p:grpSp>
        <p:grpSp>
          <p:nvGrpSpPr>
            <p:cNvPr id="48" name="Group 26"/>
            <p:cNvGrpSpPr>
              <a:grpSpLocks/>
            </p:cNvGrpSpPr>
            <p:nvPr/>
          </p:nvGrpSpPr>
          <p:grpSpPr bwMode="auto">
            <a:xfrm>
              <a:off x="1473" y="3521"/>
              <a:ext cx="318" cy="285"/>
              <a:chOff x="1020" y="2387"/>
              <a:chExt cx="318" cy="285"/>
            </a:xfrm>
          </p:grpSpPr>
          <p:sp>
            <p:nvSpPr>
              <p:cNvPr id="60" name="Oval 27"/>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61" name="Text Box 28"/>
              <p:cNvSpPr txBox="1">
                <a:spLocks noChangeArrowheads="1"/>
              </p:cNvSpPr>
              <p:nvPr/>
            </p:nvSpPr>
            <p:spPr bwMode="auto">
              <a:xfrm>
                <a:off x="1066" y="2432"/>
                <a:ext cx="272" cy="240"/>
              </a:xfrm>
              <a:prstGeom prst="rect">
                <a:avLst/>
              </a:prstGeom>
              <a:noFill/>
              <a:ln w="9525">
                <a:noFill/>
                <a:miter lim="800000"/>
                <a:headEnd/>
                <a:tailEnd/>
              </a:ln>
              <a:effectLst/>
            </p:spPr>
            <p:txBody>
              <a:bodyPr>
                <a:spAutoFit/>
              </a:bodyPr>
              <a:lstStyle/>
              <a:p>
                <a:pPr>
                  <a:spcBef>
                    <a:spcPct val="50000"/>
                  </a:spcBef>
                </a:pPr>
                <a:r>
                  <a:rPr lang="en-US" altLang="zh-CN" dirty="0"/>
                  <a:t>H</a:t>
                </a:r>
              </a:p>
            </p:txBody>
          </p:sp>
        </p:grpSp>
        <p:grpSp>
          <p:nvGrpSpPr>
            <p:cNvPr id="49" name="Group 29"/>
            <p:cNvGrpSpPr>
              <a:grpSpLocks/>
            </p:cNvGrpSpPr>
            <p:nvPr/>
          </p:nvGrpSpPr>
          <p:grpSpPr bwMode="auto">
            <a:xfrm>
              <a:off x="2336" y="3521"/>
              <a:ext cx="318" cy="285"/>
              <a:chOff x="1020" y="2387"/>
              <a:chExt cx="318" cy="285"/>
            </a:xfrm>
          </p:grpSpPr>
          <p:sp>
            <p:nvSpPr>
              <p:cNvPr id="58" name="Oval 30"/>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59" name="Text Box 31"/>
              <p:cNvSpPr txBox="1">
                <a:spLocks noChangeArrowheads="1"/>
              </p:cNvSpPr>
              <p:nvPr/>
            </p:nvSpPr>
            <p:spPr bwMode="auto">
              <a:xfrm>
                <a:off x="1066" y="2432"/>
                <a:ext cx="272" cy="240"/>
              </a:xfrm>
              <a:prstGeom prst="rect">
                <a:avLst/>
              </a:prstGeom>
              <a:noFill/>
              <a:ln w="9525">
                <a:noFill/>
                <a:miter lim="800000"/>
                <a:headEnd/>
                <a:tailEnd/>
              </a:ln>
              <a:effectLst/>
            </p:spPr>
            <p:txBody>
              <a:bodyPr>
                <a:spAutoFit/>
              </a:bodyPr>
              <a:lstStyle/>
              <a:p>
                <a:pPr>
                  <a:spcBef>
                    <a:spcPct val="50000"/>
                  </a:spcBef>
                </a:pPr>
                <a:r>
                  <a:rPr lang="en-US" altLang="zh-CN" dirty="0"/>
                  <a:t>I</a:t>
                </a:r>
              </a:p>
            </p:txBody>
          </p:sp>
        </p:grpSp>
        <p:sp>
          <p:nvSpPr>
            <p:cNvPr id="50" name="Line 32"/>
            <p:cNvSpPr>
              <a:spLocks noChangeShapeType="1"/>
            </p:cNvSpPr>
            <p:nvPr/>
          </p:nvSpPr>
          <p:spPr bwMode="auto">
            <a:xfrm flipH="1">
              <a:off x="1066" y="2115"/>
              <a:ext cx="317" cy="408"/>
            </a:xfrm>
            <a:prstGeom prst="line">
              <a:avLst/>
            </a:prstGeom>
            <a:noFill/>
            <a:ln w="9525">
              <a:solidFill>
                <a:schemeClr val="tx1"/>
              </a:solidFill>
              <a:round/>
              <a:headEnd/>
              <a:tailEnd/>
            </a:ln>
            <a:effectLst/>
          </p:spPr>
          <p:txBody>
            <a:bodyPr/>
            <a:lstStyle/>
            <a:p>
              <a:endParaRPr lang="zh-CN" altLang="en-US"/>
            </a:p>
          </p:txBody>
        </p:sp>
        <p:sp>
          <p:nvSpPr>
            <p:cNvPr id="51" name="Line 33"/>
            <p:cNvSpPr>
              <a:spLocks noChangeShapeType="1"/>
            </p:cNvSpPr>
            <p:nvPr/>
          </p:nvSpPr>
          <p:spPr bwMode="auto">
            <a:xfrm>
              <a:off x="1474" y="2115"/>
              <a:ext cx="45" cy="363"/>
            </a:xfrm>
            <a:prstGeom prst="line">
              <a:avLst/>
            </a:prstGeom>
            <a:noFill/>
            <a:ln w="9525">
              <a:solidFill>
                <a:schemeClr val="tx1"/>
              </a:solidFill>
              <a:round/>
              <a:headEnd/>
              <a:tailEnd/>
            </a:ln>
            <a:effectLst/>
          </p:spPr>
          <p:txBody>
            <a:bodyPr/>
            <a:lstStyle/>
            <a:p>
              <a:endParaRPr lang="zh-CN" altLang="en-US"/>
            </a:p>
          </p:txBody>
        </p:sp>
        <p:sp>
          <p:nvSpPr>
            <p:cNvPr id="52" name="Line 34"/>
            <p:cNvSpPr>
              <a:spLocks noChangeShapeType="1"/>
            </p:cNvSpPr>
            <p:nvPr/>
          </p:nvSpPr>
          <p:spPr bwMode="auto">
            <a:xfrm>
              <a:off x="1565" y="2115"/>
              <a:ext cx="453" cy="363"/>
            </a:xfrm>
            <a:prstGeom prst="line">
              <a:avLst/>
            </a:prstGeom>
            <a:noFill/>
            <a:ln w="9525">
              <a:solidFill>
                <a:schemeClr val="tx1"/>
              </a:solidFill>
              <a:round/>
              <a:headEnd/>
              <a:tailEnd/>
            </a:ln>
            <a:effectLst/>
          </p:spPr>
          <p:txBody>
            <a:bodyPr/>
            <a:lstStyle/>
            <a:p>
              <a:endParaRPr lang="zh-CN" altLang="en-US"/>
            </a:p>
          </p:txBody>
        </p:sp>
        <p:sp>
          <p:nvSpPr>
            <p:cNvPr id="53" name="Line 35"/>
            <p:cNvSpPr>
              <a:spLocks noChangeShapeType="1"/>
            </p:cNvSpPr>
            <p:nvPr/>
          </p:nvSpPr>
          <p:spPr bwMode="auto">
            <a:xfrm flipH="1">
              <a:off x="567" y="2704"/>
              <a:ext cx="317" cy="318"/>
            </a:xfrm>
            <a:prstGeom prst="line">
              <a:avLst/>
            </a:prstGeom>
            <a:noFill/>
            <a:ln w="9525">
              <a:solidFill>
                <a:schemeClr val="tx1"/>
              </a:solidFill>
              <a:round/>
              <a:headEnd/>
              <a:tailEnd/>
            </a:ln>
            <a:effectLst/>
          </p:spPr>
          <p:txBody>
            <a:bodyPr/>
            <a:lstStyle/>
            <a:p>
              <a:endParaRPr lang="zh-CN" altLang="en-US"/>
            </a:p>
          </p:txBody>
        </p:sp>
        <p:sp>
          <p:nvSpPr>
            <p:cNvPr id="54" name="Line 36"/>
            <p:cNvSpPr>
              <a:spLocks noChangeShapeType="1"/>
            </p:cNvSpPr>
            <p:nvPr/>
          </p:nvSpPr>
          <p:spPr bwMode="auto">
            <a:xfrm>
              <a:off x="1020" y="2750"/>
              <a:ext cx="182" cy="272"/>
            </a:xfrm>
            <a:prstGeom prst="line">
              <a:avLst/>
            </a:prstGeom>
            <a:noFill/>
            <a:ln w="9525">
              <a:solidFill>
                <a:schemeClr val="tx1"/>
              </a:solidFill>
              <a:round/>
              <a:headEnd/>
              <a:tailEnd/>
            </a:ln>
            <a:effectLst/>
          </p:spPr>
          <p:txBody>
            <a:bodyPr/>
            <a:lstStyle/>
            <a:p>
              <a:endParaRPr lang="zh-CN" altLang="en-US"/>
            </a:p>
          </p:txBody>
        </p:sp>
        <p:sp>
          <p:nvSpPr>
            <p:cNvPr id="55" name="Line 37"/>
            <p:cNvSpPr>
              <a:spLocks noChangeShapeType="1"/>
            </p:cNvSpPr>
            <p:nvPr/>
          </p:nvSpPr>
          <p:spPr bwMode="auto">
            <a:xfrm>
              <a:off x="2018" y="2750"/>
              <a:ext cx="0" cy="226"/>
            </a:xfrm>
            <a:prstGeom prst="line">
              <a:avLst/>
            </a:prstGeom>
            <a:noFill/>
            <a:ln w="9525">
              <a:solidFill>
                <a:schemeClr val="tx1"/>
              </a:solidFill>
              <a:round/>
              <a:headEnd/>
              <a:tailEnd/>
            </a:ln>
            <a:effectLst/>
          </p:spPr>
          <p:txBody>
            <a:bodyPr/>
            <a:lstStyle/>
            <a:p>
              <a:endParaRPr lang="zh-CN" altLang="en-US"/>
            </a:p>
          </p:txBody>
        </p:sp>
        <p:sp>
          <p:nvSpPr>
            <p:cNvPr id="56" name="Line 38"/>
            <p:cNvSpPr>
              <a:spLocks noChangeShapeType="1"/>
            </p:cNvSpPr>
            <p:nvPr/>
          </p:nvSpPr>
          <p:spPr bwMode="auto">
            <a:xfrm flipH="1">
              <a:off x="1746" y="3249"/>
              <a:ext cx="272" cy="272"/>
            </a:xfrm>
            <a:prstGeom prst="line">
              <a:avLst/>
            </a:prstGeom>
            <a:noFill/>
            <a:ln w="9525">
              <a:solidFill>
                <a:schemeClr val="tx1"/>
              </a:solidFill>
              <a:round/>
              <a:headEnd/>
              <a:tailEnd/>
            </a:ln>
            <a:effectLst/>
          </p:spPr>
          <p:txBody>
            <a:bodyPr/>
            <a:lstStyle/>
            <a:p>
              <a:endParaRPr lang="zh-CN" altLang="en-US"/>
            </a:p>
          </p:txBody>
        </p:sp>
        <p:sp>
          <p:nvSpPr>
            <p:cNvPr id="57" name="Line 39"/>
            <p:cNvSpPr>
              <a:spLocks noChangeShapeType="1"/>
            </p:cNvSpPr>
            <p:nvPr/>
          </p:nvSpPr>
          <p:spPr bwMode="auto">
            <a:xfrm>
              <a:off x="2109" y="3294"/>
              <a:ext cx="227" cy="272"/>
            </a:xfrm>
            <a:prstGeom prst="line">
              <a:avLst/>
            </a:prstGeom>
            <a:noFill/>
            <a:ln w="9525">
              <a:solidFill>
                <a:schemeClr val="tx1"/>
              </a:solidFill>
              <a:round/>
              <a:headEnd/>
              <a:tailEnd/>
            </a:ln>
            <a:effectLst/>
          </p:spPr>
          <p:txBody>
            <a:bodyPr/>
            <a:lstStyle/>
            <a:p>
              <a:endParaRPr lang="zh-CN" altLang="en-US"/>
            </a:p>
          </p:txBody>
        </p:sp>
      </p:grpSp>
      <p:grpSp>
        <p:nvGrpSpPr>
          <p:cNvPr id="76" name="Group 116"/>
          <p:cNvGrpSpPr>
            <a:grpSpLocks/>
          </p:cNvGrpSpPr>
          <p:nvPr/>
        </p:nvGrpSpPr>
        <p:grpSpPr bwMode="auto">
          <a:xfrm>
            <a:off x="8291542" y="1428737"/>
            <a:ext cx="2090738" cy="5184775"/>
            <a:chOff x="3106" y="935"/>
            <a:chExt cx="1317" cy="3266"/>
          </a:xfrm>
        </p:grpSpPr>
        <p:grpSp>
          <p:nvGrpSpPr>
            <p:cNvPr id="77" name="Group 77"/>
            <p:cNvGrpSpPr>
              <a:grpSpLocks/>
            </p:cNvGrpSpPr>
            <p:nvPr/>
          </p:nvGrpSpPr>
          <p:grpSpPr bwMode="auto">
            <a:xfrm>
              <a:off x="3833" y="935"/>
              <a:ext cx="318" cy="276"/>
              <a:chOff x="1020" y="2387"/>
              <a:chExt cx="318" cy="276"/>
            </a:xfrm>
          </p:grpSpPr>
          <p:sp>
            <p:nvSpPr>
              <p:cNvPr id="110" name="Oval 78"/>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111" name="Text Box 79"/>
              <p:cNvSpPr txBox="1">
                <a:spLocks noChangeArrowheads="1"/>
              </p:cNvSpPr>
              <p:nvPr/>
            </p:nvSpPr>
            <p:spPr bwMode="auto">
              <a:xfrm>
                <a:off x="1066" y="2432"/>
                <a:ext cx="272" cy="231"/>
              </a:xfrm>
              <a:prstGeom prst="rect">
                <a:avLst/>
              </a:prstGeom>
              <a:noFill/>
              <a:ln w="9525">
                <a:noFill/>
                <a:miter lim="800000"/>
                <a:headEnd/>
                <a:tailEnd/>
              </a:ln>
              <a:effectLst/>
            </p:spPr>
            <p:txBody>
              <a:bodyPr>
                <a:spAutoFit/>
              </a:bodyPr>
              <a:lstStyle/>
              <a:p>
                <a:pPr>
                  <a:spcBef>
                    <a:spcPct val="50000"/>
                  </a:spcBef>
                </a:pPr>
                <a:r>
                  <a:rPr lang="en-US" altLang="zh-CN" dirty="0"/>
                  <a:t>A</a:t>
                </a:r>
              </a:p>
            </p:txBody>
          </p:sp>
        </p:grpSp>
        <p:grpSp>
          <p:nvGrpSpPr>
            <p:cNvPr id="78" name="Group 80"/>
            <p:cNvGrpSpPr>
              <a:grpSpLocks/>
            </p:cNvGrpSpPr>
            <p:nvPr/>
          </p:nvGrpSpPr>
          <p:grpSpPr bwMode="auto">
            <a:xfrm>
              <a:off x="3469" y="1480"/>
              <a:ext cx="318" cy="276"/>
              <a:chOff x="1020" y="2387"/>
              <a:chExt cx="318" cy="276"/>
            </a:xfrm>
          </p:grpSpPr>
          <p:sp>
            <p:nvSpPr>
              <p:cNvPr id="108" name="Oval 81"/>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109" name="Text Box 82"/>
              <p:cNvSpPr txBox="1">
                <a:spLocks noChangeArrowheads="1"/>
              </p:cNvSpPr>
              <p:nvPr/>
            </p:nvSpPr>
            <p:spPr bwMode="auto">
              <a:xfrm>
                <a:off x="1066" y="2432"/>
                <a:ext cx="272" cy="231"/>
              </a:xfrm>
              <a:prstGeom prst="rect">
                <a:avLst/>
              </a:prstGeom>
              <a:noFill/>
              <a:ln w="9525">
                <a:noFill/>
                <a:miter lim="800000"/>
                <a:headEnd/>
                <a:tailEnd/>
              </a:ln>
              <a:effectLst/>
            </p:spPr>
            <p:txBody>
              <a:bodyPr>
                <a:spAutoFit/>
              </a:bodyPr>
              <a:lstStyle/>
              <a:p>
                <a:pPr>
                  <a:spcBef>
                    <a:spcPct val="50000"/>
                  </a:spcBef>
                </a:pPr>
                <a:r>
                  <a:rPr lang="en-US" altLang="zh-CN" dirty="0"/>
                  <a:t>B</a:t>
                </a:r>
              </a:p>
            </p:txBody>
          </p:sp>
        </p:grpSp>
        <p:grpSp>
          <p:nvGrpSpPr>
            <p:cNvPr id="79" name="Group 83"/>
            <p:cNvGrpSpPr>
              <a:grpSpLocks/>
            </p:cNvGrpSpPr>
            <p:nvPr/>
          </p:nvGrpSpPr>
          <p:grpSpPr bwMode="auto">
            <a:xfrm>
              <a:off x="3742" y="1933"/>
              <a:ext cx="318" cy="276"/>
              <a:chOff x="1020" y="2387"/>
              <a:chExt cx="318" cy="276"/>
            </a:xfrm>
          </p:grpSpPr>
          <p:sp>
            <p:nvSpPr>
              <p:cNvPr id="106" name="Oval 84"/>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107" name="Text Box 85"/>
              <p:cNvSpPr txBox="1">
                <a:spLocks noChangeArrowheads="1"/>
              </p:cNvSpPr>
              <p:nvPr/>
            </p:nvSpPr>
            <p:spPr bwMode="auto">
              <a:xfrm>
                <a:off x="1066" y="2432"/>
                <a:ext cx="272" cy="231"/>
              </a:xfrm>
              <a:prstGeom prst="rect">
                <a:avLst/>
              </a:prstGeom>
              <a:noFill/>
              <a:ln w="9525">
                <a:noFill/>
                <a:miter lim="800000"/>
                <a:headEnd/>
                <a:tailEnd/>
              </a:ln>
              <a:effectLst/>
            </p:spPr>
            <p:txBody>
              <a:bodyPr>
                <a:spAutoFit/>
              </a:bodyPr>
              <a:lstStyle/>
              <a:p>
                <a:pPr>
                  <a:spcBef>
                    <a:spcPct val="50000"/>
                  </a:spcBef>
                </a:pPr>
                <a:r>
                  <a:rPr lang="en-US" altLang="zh-CN" dirty="0"/>
                  <a:t>C</a:t>
                </a:r>
              </a:p>
            </p:txBody>
          </p:sp>
        </p:grpSp>
        <p:grpSp>
          <p:nvGrpSpPr>
            <p:cNvPr id="80" name="Group 86"/>
            <p:cNvGrpSpPr>
              <a:grpSpLocks/>
            </p:cNvGrpSpPr>
            <p:nvPr/>
          </p:nvGrpSpPr>
          <p:grpSpPr bwMode="auto">
            <a:xfrm>
              <a:off x="3106" y="1933"/>
              <a:ext cx="318" cy="276"/>
              <a:chOff x="1020" y="2387"/>
              <a:chExt cx="318" cy="276"/>
            </a:xfrm>
          </p:grpSpPr>
          <p:sp>
            <p:nvSpPr>
              <p:cNvPr id="104" name="Oval 87"/>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105" name="Text Box 88"/>
              <p:cNvSpPr txBox="1">
                <a:spLocks noChangeArrowheads="1"/>
              </p:cNvSpPr>
              <p:nvPr/>
            </p:nvSpPr>
            <p:spPr bwMode="auto">
              <a:xfrm>
                <a:off x="1066" y="2432"/>
                <a:ext cx="272" cy="231"/>
              </a:xfrm>
              <a:prstGeom prst="rect">
                <a:avLst/>
              </a:prstGeom>
              <a:noFill/>
              <a:ln w="9525">
                <a:noFill/>
                <a:miter lim="800000"/>
                <a:headEnd/>
                <a:tailEnd/>
              </a:ln>
              <a:effectLst/>
            </p:spPr>
            <p:txBody>
              <a:bodyPr>
                <a:spAutoFit/>
              </a:bodyPr>
              <a:lstStyle/>
              <a:p>
                <a:pPr>
                  <a:spcBef>
                    <a:spcPct val="50000"/>
                  </a:spcBef>
                </a:pPr>
                <a:r>
                  <a:rPr lang="en-US" altLang="zh-CN" dirty="0"/>
                  <a:t>E</a:t>
                </a:r>
              </a:p>
            </p:txBody>
          </p:sp>
        </p:grpSp>
        <p:grpSp>
          <p:nvGrpSpPr>
            <p:cNvPr id="81" name="Group 89"/>
            <p:cNvGrpSpPr>
              <a:grpSpLocks/>
            </p:cNvGrpSpPr>
            <p:nvPr/>
          </p:nvGrpSpPr>
          <p:grpSpPr bwMode="auto">
            <a:xfrm>
              <a:off x="4105" y="2432"/>
              <a:ext cx="318" cy="276"/>
              <a:chOff x="1020" y="2387"/>
              <a:chExt cx="318" cy="276"/>
            </a:xfrm>
          </p:grpSpPr>
          <p:sp>
            <p:nvSpPr>
              <p:cNvPr id="102" name="Oval 90"/>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103" name="Text Box 91"/>
              <p:cNvSpPr txBox="1">
                <a:spLocks noChangeArrowheads="1"/>
              </p:cNvSpPr>
              <p:nvPr/>
            </p:nvSpPr>
            <p:spPr bwMode="auto">
              <a:xfrm>
                <a:off x="1066" y="2432"/>
                <a:ext cx="272" cy="231"/>
              </a:xfrm>
              <a:prstGeom prst="rect">
                <a:avLst/>
              </a:prstGeom>
              <a:noFill/>
              <a:ln w="9525">
                <a:noFill/>
                <a:miter lim="800000"/>
                <a:headEnd/>
                <a:tailEnd/>
              </a:ln>
              <a:effectLst/>
            </p:spPr>
            <p:txBody>
              <a:bodyPr>
                <a:spAutoFit/>
              </a:bodyPr>
              <a:lstStyle/>
              <a:p>
                <a:pPr>
                  <a:spcBef>
                    <a:spcPct val="50000"/>
                  </a:spcBef>
                </a:pPr>
                <a:r>
                  <a:rPr lang="en-US" altLang="zh-CN" dirty="0"/>
                  <a:t>D</a:t>
                </a:r>
              </a:p>
            </p:txBody>
          </p:sp>
        </p:grpSp>
        <p:grpSp>
          <p:nvGrpSpPr>
            <p:cNvPr id="82" name="Group 92"/>
            <p:cNvGrpSpPr>
              <a:grpSpLocks/>
            </p:cNvGrpSpPr>
            <p:nvPr/>
          </p:nvGrpSpPr>
          <p:grpSpPr bwMode="auto">
            <a:xfrm>
              <a:off x="3424" y="2428"/>
              <a:ext cx="318" cy="276"/>
              <a:chOff x="1020" y="2387"/>
              <a:chExt cx="318" cy="276"/>
            </a:xfrm>
          </p:grpSpPr>
          <p:sp>
            <p:nvSpPr>
              <p:cNvPr id="100" name="Oval 93"/>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101" name="Text Box 94"/>
              <p:cNvSpPr txBox="1">
                <a:spLocks noChangeArrowheads="1"/>
              </p:cNvSpPr>
              <p:nvPr/>
            </p:nvSpPr>
            <p:spPr bwMode="auto">
              <a:xfrm>
                <a:off x="1066" y="2432"/>
                <a:ext cx="272" cy="231"/>
              </a:xfrm>
              <a:prstGeom prst="rect">
                <a:avLst/>
              </a:prstGeom>
              <a:noFill/>
              <a:ln w="9525">
                <a:noFill/>
                <a:miter lim="800000"/>
                <a:headEnd/>
                <a:tailEnd/>
              </a:ln>
              <a:effectLst/>
            </p:spPr>
            <p:txBody>
              <a:bodyPr>
                <a:spAutoFit/>
              </a:bodyPr>
              <a:lstStyle/>
              <a:p>
                <a:pPr>
                  <a:spcBef>
                    <a:spcPct val="50000"/>
                  </a:spcBef>
                </a:pPr>
                <a:r>
                  <a:rPr lang="en-US" altLang="zh-CN" dirty="0"/>
                  <a:t>F</a:t>
                </a:r>
              </a:p>
            </p:txBody>
          </p:sp>
        </p:grpSp>
        <p:grpSp>
          <p:nvGrpSpPr>
            <p:cNvPr id="83" name="Group 95"/>
            <p:cNvGrpSpPr>
              <a:grpSpLocks/>
            </p:cNvGrpSpPr>
            <p:nvPr/>
          </p:nvGrpSpPr>
          <p:grpSpPr bwMode="auto">
            <a:xfrm>
              <a:off x="3923" y="2931"/>
              <a:ext cx="318" cy="276"/>
              <a:chOff x="1020" y="2387"/>
              <a:chExt cx="318" cy="276"/>
            </a:xfrm>
          </p:grpSpPr>
          <p:sp>
            <p:nvSpPr>
              <p:cNvPr id="98" name="Oval 96"/>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99" name="Text Box 97"/>
              <p:cNvSpPr txBox="1">
                <a:spLocks noChangeArrowheads="1"/>
              </p:cNvSpPr>
              <p:nvPr/>
            </p:nvSpPr>
            <p:spPr bwMode="auto">
              <a:xfrm>
                <a:off x="1066" y="2432"/>
                <a:ext cx="272" cy="231"/>
              </a:xfrm>
              <a:prstGeom prst="rect">
                <a:avLst/>
              </a:prstGeom>
              <a:noFill/>
              <a:ln w="9525">
                <a:noFill/>
                <a:miter lim="800000"/>
                <a:headEnd/>
                <a:tailEnd/>
              </a:ln>
              <a:effectLst/>
            </p:spPr>
            <p:txBody>
              <a:bodyPr>
                <a:spAutoFit/>
              </a:bodyPr>
              <a:lstStyle/>
              <a:p>
                <a:pPr>
                  <a:spcBef>
                    <a:spcPct val="50000"/>
                  </a:spcBef>
                </a:pPr>
                <a:r>
                  <a:rPr lang="en-US" altLang="zh-CN" dirty="0"/>
                  <a:t>G</a:t>
                </a:r>
              </a:p>
            </p:txBody>
          </p:sp>
        </p:grpSp>
        <p:grpSp>
          <p:nvGrpSpPr>
            <p:cNvPr id="84" name="Group 98"/>
            <p:cNvGrpSpPr>
              <a:grpSpLocks/>
            </p:cNvGrpSpPr>
            <p:nvPr/>
          </p:nvGrpSpPr>
          <p:grpSpPr bwMode="auto">
            <a:xfrm>
              <a:off x="3516" y="3475"/>
              <a:ext cx="318" cy="276"/>
              <a:chOff x="1020" y="2387"/>
              <a:chExt cx="318" cy="276"/>
            </a:xfrm>
          </p:grpSpPr>
          <p:sp>
            <p:nvSpPr>
              <p:cNvPr id="96" name="Oval 99"/>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97" name="Text Box 100"/>
              <p:cNvSpPr txBox="1">
                <a:spLocks noChangeArrowheads="1"/>
              </p:cNvSpPr>
              <p:nvPr/>
            </p:nvSpPr>
            <p:spPr bwMode="auto">
              <a:xfrm>
                <a:off x="1066" y="2432"/>
                <a:ext cx="272" cy="231"/>
              </a:xfrm>
              <a:prstGeom prst="rect">
                <a:avLst/>
              </a:prstGeom>
              <a:noFill/>
              <a:ln w="9525">
                <a:noFill/>
                <a:miter lim="800000"/>
                <a:headEnd/>
                <a:tailEnd/>
              </a:ln>
              <a:effectLst/>
            </p:spPr>
            <p:txBody>
              <a:bodyPr>
                <a:spAutoFit/>
              </a:bodyPr>
              <a:lstStyle/>
              <a:p>
                <a:pPr>
                  <a:spcBef>
                    <a:spcPct val="50000"/>
                  </a:spcBef>
                </a:pPr>
                <a:r>
                  <a:rPr lang="en-US" altLang="zh-CN" dirty="0"/>
                  <a:t>H</a:t>
                </a:r>
              </a:p>
            </p:txBody>
          </p:sp>
        </p:grpSp>
        <p:grpSp>
          <p:nvGrpSpPr>
            <p:cNvPr id="85" name="Group 101"/>
            <p:cNvGrpSpPr>
              <a:grpSpLocks/>
            </p:cNvGrpSpPr>
            <p:nvPr/>
          </p:nvGrpSpPr>
          <p:grpSpPr bwMode="auto">
            <a:xfrm>
              <a:off x="3923" y="3925"/>
              <a:ext cx="318" cy="276"/>
              <a:chOff x="1020" y="2387"/>
              <a:chExt cx="318" cy="276"/>
            </a:xfrm>
          </p:grpSpPr>
          <p:sp>
            <p:nvSpPr>
              <p:cNvPr id="94" name="Oval 102"/>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95" name="Text Box 103"/>
              <p:cNvSpPr txBox="1">
                <a:spLocks noChangeArrowheads="1"/>
              </p:cNvSpPr>
              <p:nvPr/>
            </p:nvSpPr>
            <p:spPr bwMode="auto">
              <a:xfrm>
                <a:off x="1066" y="2432"/>
                <a:ext cx="272" cy="231"/>
              </a:xfrm>
              <a:prstGeom prst="rect">
                <a:avLst/>
              </a:prstGeom>
              <a:noFill/>
              <a:ln w="9525">
                <a:noFill/>
                <a:miter lim="800000"/>
                <a:headEnd/>
                <a:tailEnd/>
              </a:ln>
              <a:effectLst/>
            </p:spPr>
            <p:txBody>
              <a:bodyPr>
                <a:spAutoFit/>
              </a:bodyPr>
              <a:lstStyle/>
              <a:p>
                <a:pPr>
                  <a:spcBef>
                    <a:spcPct val="50000"/>
                  </a:spcBef>
                </a:pPr>
                <a:r>
                  <a:rPr lang="en-US" altLang="zh-CN" dirty="0"/>
                  <a:t>I</a:t>
                </a:r>
              </a:p>
            </p:txBody>
          </p:sp>
        </p:grpSp>
        <p:sp>
          <p:nvSpPr>
            <p:cNvPr id="86" name="Line 104"/>
            <p:cNvSpPr>
              <a:spLocks noChangeShapeType="1"/>
            </p:cNvSpPr>
            <p:nvPr/>
          </p:nvSpPr>
          <p:spPr bwMode="auto">
            <a:xfrm flipH="1">
              <a:off x="3697" y="1207"/>
              <a:ext cx="181" cy="273"/>
            </a:xfrm>
            <a:prstGeom prst="line">
              <a:avLst/>
            </a:prstGeom>
            <a:noFill/>
            <a:ln w="9525">
              <a:solidFill>
                <a:schemeClr val="tx1"/>
              </a:solidFill>
              <a:round/>
              <a:headEnd/>
              <a:tailEnd type="triangle" w="med" len="med"/>
            </a:ln>
            <a:effectLst/>
          </p:spPr>
          <p:txBody>
            <a:bodyPr/>
            <a:lstStyle/>
            <a:p>
              <a:endParaRPr lang="zh-CN" altLang="en-US"/>
            </a:p>
          </p:txBody>
        </p:sp>
        <p:sp>
          <p:nvSpPr>
            <p:cNvPr id="87" name="Line 107"/>
            <p:cNvSpPr>
              <a:spLocks noChangeShapeType="1"/>
            </p:cNvSpPr>
            <p:nvPr/>
          </p:nvSpPr>
          <p:spPr bwMode="auto">
            <a:xfrm flipH="1">
              <a:off x="3289" y="1706"/>
              <a:ext cx="226" cy="272"/>
            </a:xfrm>
            <a:prstGeom prst="line">
              <a:avLst/>
            </a:prstGeom>
            <a:noFill/>
            <a:ln w="9525">
              <a:solidFill>
                <a:schemeClr val="tx1"/>
              </a:solidFill>
              <a:round/>
              <a:headEnd/>
              <a:tailEnd type="triangle" w="med" len="med"/>
            </a:ln>
            <a:effectLst/>
          </p:spPr>
          <p:txBody>
            <a:bodyPr/>
            <a:lstStyle/>
            <a:p>
              <a:endParaRPr lang="zh-CN" altLang="en-US"/>
            </a:p>
          </p:txBody>
        </p:sp>
        <p:sp>
          <p:nvSpPr>
            <p:cNvPr id="88" name="Line 108"/>
            <p:cNvSpPr>
              <a:spLocks noChangeShapeType="1"/>
            </p:cNvSpPr>
            <p:nvPr/>
          </p:nvSpPr>
          <p:spPr bwMode="auto">
            <a:xfrm flipH="1">
              <a:off x="3697" y="3158"/>
              <a:ext cx="318" cy="363"/>
            </a:xfrm>
            <a:prstGeom prst="line">
              <a:avLst/>
            </a:prstGeom>
            <a:noFill/>
            <a:ln w="9525">
              <a:solidFill>
                <a:schemeClr val="tx1"/>
              </a:solidFill>
              <a:round/>
              <a:headEnd/>
              <a:tailEnd type="triangle" w="med" len="med"/>
            </a:ln>
            <a:effectLst/>
          </p:spPr>
          <p:txBody>
            <a:bodyPr/>
            <a:lstStyle/>
            <a:p>
              <a:endParaRPr lang="zh-CN" altLang="en-US"/>
            </a:p>
          </p:txBody>
        </p:sp>
        <p:sp>
          <p:nvSpPr>
            <p:cNvPr id="89" name="Line 111"/>
            <p:cNvSpPr>
              <a:spLocks noChangeShapeType="1"/>
            </p:cNvSpPr>
            <p:nvPr/>
          </p:nvSpPr>
          <p:spPr bwMode="auto">
            <a:xfrm flipH="1">
              <a:off x="4105" y="2704"/>
              <a:ext cx="90" cy="272"/>
            </a:xfrm>
            <a:prstGeom prst="line">
              <a:avLst/>
            </a:prstGeom>
            <a:noFill/>
            <a:ln w="9525">
              <a:solidFill>
                <a:schemeClr val="tx1"/>
              </a:solidFill>
              <a:round/>
              <a:headEnd/>
              <a:tailEnd type="triangle" w="med" len="med"/>
            </a:ln>
            <a:effectLst/>
          </p:spPr>
          <p:txBody>
            <a:bodyPr/>
            <a:lstStyle/>
            <a:p>
              <a:endParaRPr lang="zh-CN" altLang="en-US"/>
            </a:p>
          </p:txBody>
        </p:sp>
        <p:sp>
          <p:nvSpPr>
            <p:cNvPr id="90" name="Line 112"/>
            <p:cNvSpPr>
              <a:spLocks noChangeShapeType="1"/>
            </p:cNvSpPr>
            <p:nvPr/>
          </p:nvSpPr>
          <p:spPr bwMode="auto">
            <a:xfrm>
              <a:off x="3696" y="1706"/>
              <a:ext cx="182" cy="227"/>
            </a:xfrm>
            <a:prstGeom prst="line">
              <a:avLst/>
            </a:prstGeom>
            <a:noFill/>
            <a:ln w="9525">
              <a:solidFill>
                <a:schemeClr val="tx1"/>
              </a:solidFill>
              <a:round/>
              <a:headEnd/>
              <a:tailEnd type="triangle" w="med" len="med"/>
            </a:ln>
            <a:effectLst/>
          </p:spPr>
          <p:txBody>
            <a:bodyPr/>
            <a:lstStyle/>
            <a:p>
              <a:endParaRPr lang="zh-CN" altLang="en-US"/>
            </a:p>
          </p:txBody>
        </p:sp>
        <p:sp>
          <p:nvSpPr>
            <p:cNvPr id="91" name="Line 113"/>
            <p:cNvSpPr>
              <a:spLocks noChangeShapeType="1"/>
            </p:cNvSpPr>
            <p:nvPr/>
          </p:nvSpPr>
          <p:spPr bwMode="auto">
            <a:xfrm>
              <a:off x="3333" y="2205"/>
              <a:ext cx="182" cy="227"/>
            </a:xfrm>
            <a:prstGeom prst="line">
              <a:avLst/>
            </a:prstGeom>
            <a:noFill/>
            <a:ln w="9525">
              <a:solidFill>
                <a:schemeClr val="tx1"/>
              </a:solidFill>
              <a:round/>
              <a:headEnd/>
              <a:tailEnd type="triangle" w="med" len="med"/>
            </a:ln>
            <a:effectLst/>
          </p:spPr>
          <p:txBody>
            <a:bodyPr/>
            <a:lstStyle/>
            <a:p>
              <a:endParaRPr lang="zh-CN" altLang="en-US"/>
            </a:p>
          </p:txBody>
        </p:sp>
        <p:sp>
          <p:nvSpPr>
            <p:cNvPr id="92" name="Line 114"/>
            <p:cNvSpPr>
              <a:spLocks noChangeShapeType="1"/>
            </p:cNvSpPr>
            <p:nvPr/>
          </p:nvSpPr>
          <p:spPr bwMode="auto">
            <a:xfrm>
              <a:off x="4013" y="2205"/>
              <a:ext cx="182" cy="227"/>
            </a:xfrm>
            <a:prstGeom prst="line">
              <a:avLst/>
            </a:prstGeom>
            <a:noFill/>
            <a:ln w="9525">
              <a:solidFill>
                <a:schemeClr val="tx1"/>
              </a:solidFill>
              <a:round/>
              <a:headEnd/>
              <a:tailEnd type="triangle" w="med" len="med"/>
            </a:ln>
            <a:effectLst/>
          </p:spPr>
          <p:txBody>
            <a:bodyPr/>
            <a:lstStyle/>
            <a:p>
              <a:endParaRPr lang="zh-CN" altLang="en-US"/>
            </a:p>
          </p:txBody>
        </p:sp>
        <p:sp>
          <p:nvSpPr>
            <p:cNvPr id="93" name="Line 115"/>
            <p:cNvSpPr>
              <a:spLocks noChangeShapeType="1"/>
            </p:cNvSpPr>
            <p:nvPr/>
          </p:nvSpPr>
          <p:spPr bwMode="auto">
            <a:xfrm>
              <a:off x="3787" y="3702"/>
              <a:ext cx="182" cy="227"/>
            </a:xfrm>
            <a:prstGeom prst="line">
              <a:avLst/>
            </a:prstGeom>
            <a:noFill/>
            <a:ln w="9525">
              <a:solidFill>
                <a:schemeClr val="tx1"/>
              </a:solidFill>
              <a:round/>
              <a:headEnd/>
              <a:tailEnd type="triangle" w="med" len="med"/>
            </a:ln>
            <a:effectLst/>
          </p:spPr>
          <p:txBody>
            <a:bodyPr/>
            <a:lstStyle/>
            <a:p>
              <a:endParaRPr lang="zh-CN" altLang="en-US"/>
            </a:p>
          </p:txBody>
        </p:sp>
      </p:grpSp>
      <p:sp>
        <p:nvSpPr>
          <p:cNvPr id="112" name="右箭头 111"/>
          <p:cNvSpPr/>
          <p:nvPr/>
        </p:nvSpPr>
        <p:spPr>
          <a:xfrm>
            <a:off x="4452926" y="4572008"/>
            <a:ext cx="642942" cy="35719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右箭头 112"/>
          <p:cNvSpPr/>
          <p:nvPr/>
        </p:nvSpPr>
        <p:spPr>
          <a:xfrm>
            <a:off x="7953388" y="4572008"/>
            <a:ext cx="642942" cy="35719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43011990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400" dirty="0"/>
              <a:t>First-child-next-sibling Representation of Orchard</a:t>
            </a:r>
            <a:endParaRPr lang="zh-CN" altLang="en-US" sz="2400" dirty="0"/>
          </a:p>
        </p:txBody>
      </p:sp>
      <p:sp>
        <p:nvSpPr>
          <p:cNvPr id="3" name="内容占位符 2"/>
          <p:cNvSpPr>
            <a:spLocks noGrp="1"/>
          </p:cNvSpPr>
          <p:nvPr>
            <p:ph idx="1"/>
          </p:nvPr>
        </p:nvSpPr>
        <p:spPr/>
        <p:txBody>
          <a:bodyPr/>
          <a:lstStyle/>
          <a:p>
            <a:r>
              <a:rPr lang="en-US" altLang="zh-CN" dirty="0" smtClean="0"/>
              <a:t>Draw the orchard so that the first child of each vertex is immediately below the vertex.</a:t>
            </a:r>
          </a:p>
          <a:p>
            <a:r>
              <a:rPr lang="en-US" altLang="zh-CN" dirty="0" smtClean="0"/>
              <a:t>Draw a vertical link from each vertex to its first child, and draw a horizontal link from each vertex to its next sibling.</a:t>
            </a:r>
          </a:p>
          <a:p>
            <a:r>
              <a:rPr lang="en-US" altLang="zh-CN" dirty="0" smtClean="0"/>
              <a:t>Remove the remaining original links.</a:t>
            </a:r>
          </a:p>
          <a:p>
            <a:r>
              <a:rPr lang="en-US" altLang="zh-CN" dirty="0" smtClean="0"/>
              <a:t>Rotate the diagram 45 degrees clockwise, so that the vertical links appear as left links and the horizontal links as right links.</a:t>
            </a:r>
            <a:endParaRPr lang="zh-CN" altLang="en-US" dirty="0"/>
          </a:p>
        </p:txBody>
      </p:sp>
      <p:pic>
        <p:nvPicPr>
          <p:cNvPr id="1026" name="Picture 2"/>
          <p:cNvPicPr>
            <a:picLocks noChangeAspect="1" noChangeArrowheads="1"/>
          </p:cNvPicPr>
          <p:nvPr/>
        </p:nvPicPr>
        <p:blipFill>
          <a:blip r:embed="rId2" cstate="print"/>
          <a:srcRect/>
          <a:stretch>
            <a:fillRect/>
          </a:stretch>
        </p:blipFill>
        <p:spPr bwMode="auto">
          <a:xfrm>
            <a:off x="2095472" y="4144928"/>
            <a:ext cx="7858180" cy="2403893"/>
          </a:xfrm>
          <a:prstGeom prst="rect">
            <a:avLst/>
          </a:prstGeom>
          <a:noFill/>
          <a:ln w="9525">
            <a:noFill/>
            <a:miter lim="800000"/>
            <a:headEnd/>
            <a:tailEnd/>
          </a:ln>
          <a:effectLst/>
        </p:spPr>
      </p:pic>
    </p:spTree>
    <p:extLst>
      <p:ext uri="{BB962C8B-B14F-4D97-AF65-F5344CB8AC3E}">
        <p14:creationId xmlns:p14="http://schemas.microsoft.com/office/powerpoint/2010/main" val="18909396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400" dirty="0"/>
              <a:t>First-child-next-sibling Representation of Orchard</a:t>
            </a:r>
            <a:endParaRPr lang="zh-CN" altLang="en-US" sz="2400" dirty="0"/>
          </a:p>
        </p:txBody>
      </p:sp>
      <p:grpSp>
        <p:nvGrpSpPr>
          <p:cNvPr id="4" name="组合 3"/>
          <p:cNvGrpSpPr/>
          <p:nvPr/>
        </p:nvGrpSpPr>
        <p:grpSpPr>
          <a:xfrm>
            <a:off x="2309787" y="1214425"/>
            <a:ext cx="2643205" cy="1794370"/>
            <a:chOff x="1071539" y="1772869"/>
            <a:chExt cx="2643205" cy="1794370"/>
          </a:xfrm>
        </p:grpSpPr>
        <p:grpSp>
          <p:nvGrpSpPr>
            <p:cNvPr id="5" name="Group 8"/>
            <p:cNvGrpSpPr>
              <a:grpSpLocks/>
            </p:cNvGrpSpPr>
            <p:nvPr/>
          </p:nvGrpSpPr>
          <p:grpSpPr bwMode="auto">
            <a:xfrm>
              <a:off x="1588986" y="1772869"/>
              <a:ext cx="363241" cy="428291"/>
              <a:chOff x="1020" y="2387"/>
              <a:chExt cx="318" cy="327"/>
            </a:xfrm>
          </p:grpSpPr>
          <p:sp>
            <p:nvSpPr>
              <p:cNvPr id="32" name="Oval 9"/>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33" name="Text Box 10"/>
              <p:cNvSpPr txBox="1">
                <a:spLocks noChangeArrowheads="1"/>
              </p:cNvSpPr>
              <p:nvPr/>
            </p:nvSpPr>
            <p:spPr bwMode="auto">
              <a:xfrm>
                <a:off x="1066" y="2432"/>
                <a:ext cx="272" cy="282"/>
              </a:xfrm>
              <a:prstGeom prst="rect">
                <a:avLst/>
              </a:prstGeom>
              <a:noFill/>
              <a:ln w="9525">
                <a:noFill/>
                <a:miter lim="800000"/>
                <a:headEnd/>
                <a:tailEnd/>
              </a:ln>
              <a:effectLst/>
            </p:spPr>
            <p:txBody>
              <a:bodyPr>
                <a:spAutoFit/>
              </a:bodyPr>
              <a:lstStyle/>
              <a:p>
                <a:pPr>
                  <a:spcBef>
                    <a:spcPct val="50000"/>
                  </a:spcBef>
                </a:pPr>
                <a:r>
                  <a:rPr lang="en-US" altLang="zh-CN" dirty="0"/>
                  <a:t>B</a:t>
                </a:r>
              </a:p>
            </p:txBody>
          </p:sp>
        </p:grpSp>
        <p:grpSp>
          <p:nvGrpSpPr>
            <p:cNvPr id="6" name="Group 11"/>
            <p:cNvGrpSpPr>
              <a:grpSpLocks/>
            </p:cNvGrpSpPr>
            <p:nvPr/>
          </p:nvGrpSpPr>
          <p:grpSpPr bwMode="auto">
            <a:xfrm>
              <a:off x="2211521" y="1772869"/>
              <a:ext cx="363241" cy="428291"/>
              <a:chOff x="1020" y="2387"/>
              <a:chExt cx="318" cy="327"/>
            </a:xfrm>
          </p:grpSpPr>
          <p:sp>
            <p:nvSpPr>
              <p:cNvPr id="30" name="Oval 12"/>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31" name="Text Box 13"/>
              <p:cNvSpPr txBox="1">
                <a:spLocks noChangeArrowheads="1"/>
              </p:cNvSpPr>
              <p:nvPr/>
            </p:nvSpPr>
            <p:spPr bwMode="auto">
              <a:xfrm>
                <a:off x="1066" y="2432"/>
                <a:ext cx="272" cy="282"/>
              </a:xfrm>
              <a:prstGeom prst="rect">
                <a:avLst/>
              </a:prstGeom>
              <a:noFill/>
              <a:ln w="9525">
                <a:noFill/>
                <a:miter lim="800000"/>
                <a:headEnd/>
                <a:tailEnd/>
              </a:ln>
              <a:effectLst/>
            </p:spPr>
            <p:txBody>
              <a:bodyPr>
                <a:spAutoFit/>
              </a:bodyPr>
              <a:lstStyle/>
              <a:p>
                <a:pPr>
                  <a:spcBef>
                    <a:spcPct val="50000"/>
                  </a:spcBef>
                </a:pPr>
                <a:r>
                  <a:rPr lang="en-US" altLang="zh-CN" dirty="0"/>
                  <a:t>C</a:t>
                </a:r>
              </a:p>
            </p:txBody>
          </p:sp>
        </p:grpSp>
        <p:grpSp>
          <p:nvGrpSpPr>
            <p:cNvPr id="7" name="Group 14"/>
            <p:cNvGrpSpPr>
              <a:grpSpLocks/>
            </p:cNvGrpSpPr>
            <p:nvPr/>
          </p:nvGrpSpPr>
          <p:grpSpPr bwMode="auto">
            <a:xfrm>
              <a:off x="1071539" y="2485378"/>
              <a:ext cx="363241" cy="428291"/>
              <a:chOff x="1020" y="2387"/>
              <a:chExt cx="318" cy="327"/>
            </a:xfrm>
          </p:grpSpPr>
          <p:sp>
            <p:nvSpPr>
              <p:cNvPr id="28" name="Oval 15"/>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29" name="Text Box 16"/>
              <p:cNvSpPr txBox="1">
                <a:spLocks noChangeArrowheads="1"/>
              </p:cNvSpPr>
              <p:nvPr/>
            </p:nvSpPr>
            <p:spPr bwMode="auto">
              <a:xfrm>
                <a:off x="1066" y="2432"/>
                <a:ext cx="272" cy="282"/>
              </a:xfrm>
              <a:prstGeom prst="rect">
                <a:avLst/>
              </a:prstGeom>
              <a:noFill/>
              <a:ln w="9525">
                <a:noFill/>
                <a:miter lim="800000"/>
                <a:headEnd/>
                <a:tailEnd/>
              </a:ln>
              <a:effectLst/>
            </p:spPr>
            <p:txBody>
              <a:bodyPr>
                <a:spAutoFit/>
              </a:bodyPr>
              <a:lstStyle/>
              <a:p>
                <a:pPr>
                  <a:spcBef>
                    <a:spcPct val="50000"/>
                  </a:spcBef>
                </a:pPr>
                <a:r>
                  <a:rPr lang="en-US" altLang="zh-CN" dirty="0"/>
                  <a:t>E</a:t>
                </a:r>
              </a:p>
            </p:txBody>
          </p:sp>
        </p:grpSp>
        <p:grpSp>
          <p:nvGrpSpPr>
            <p:cNvPr id="8" name="Group 17"/>
            <p:cNvGrpSpPr>
              <a:grpSpLocks/>
            </p:cNvGrpSpPr>
            <p:nvPr/>
          </p:nvGrpSpPr>
          <p:grpSpPr bwMode="auto">
            <a:xfrm>
              <a:off x="2832914" y="1772869"/>
              <a:ext cx="363241" cy="428291"/>
              <a:chOff x="1020" y="2387"/>
              <a:chExt cx="318" cy="327"/>
            </a:xfrm>
          </p:grpSpPr>
          <p:sp>
            <p:nvSpPr>
              <p:cNvPr id="26" name="Oval 18"/>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27" name="Text Box 19"/>
              <p:cNvSpPr txBox="1">
                <a:spLocks noChangeArrowheads="1"/>
              </p:cNvSpPr>
              <p:nvPr/>
            </p:nvSpPr>
            <p:spPr bwMode="auto">
              <a:xfrm>
                <a:off x="1066" y="2432"/>
                <a:ext cx="272" cy="282"/>
              </a:xfrm>
              <a:prstGeom prst="rect">
                <a:avLst/>
              </a:prstGeom>
              <a:noFill/>
              <a:ln w="9525">
                <a:noFill/>
                <a:miter lim="800000"/>
                <a:headEnd/>
                <a:tailEnd/>
              </a:ln>
              <a:effectLst/>
            </p:spPr>
            <p:txBody>
              <a:bodyPr>
                <a:spAutoFit/>
              </a:bodyPr>
              <a:lstStyle/>
              <a:p>
                <a:pPr>
                  <a:spcBef>
                    <a:spcPct val="50000"/>
                  </a:spcBef>
                </a:pPr>
                <a:r>
                  <a:rPr lang="en-US" altLang="zh-CN" dirty="0"/>
                  <a:t>D</a:t>
                </a:r>
              </a:p>
            </p:txBody>
          </p:sp>
        </p:grpSp>
        <p:grpSp>
          <p:nvGrpSpPr>
            <p:cNvPr id="9" name="Group 20"/>
            <p:cNvGrpSpPr>
              <a:grpSpLocks/>
            </p:cNvGrpSpPr>
            <p:nvPr/>
          </p:nvGrpSpPr>
          <p:grpSpPr bwMode="auto">
            <a:xfrm>
              <a:off x="1796878" y="2480139"/>
              <a:ext cx="363241" cy="428291"/>
              <a:chOff x="1020" y="2387"/>
              <a:chExt cx="318" cy="327"/>
            </a:xfrm>
          </p:grpSpPr>
          <p:sp>
            <p:nvSpPr>
              <p:cNvPr id="24" name="Oval 21"/>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25" name="Text Box 22"/>
              <p:cNvSpPr txBox="1">
                <a:spLocks noChangeArrowheads="1"/>
              </p:cNvSpPr>
              <p:nvPr/>
            </p:nvSpPr>
            <p:spPr bwMode="auto">
              <a:xfrm>
                <a:off x="1066" y="2432"/>
                <a:ext cx="272" cy="282"/>
              </a:xfrm>
              <a:prstGeom prst="rect">
                <a:avLst/>
              </a:prstGeom>
              <a:noFill/>
              <a:ln w="9525">
                <a:noFill/>
                <a:miter lim="800000"/>
                <a:headEnd/>
                <a:tailEnd/>
              </a:ln>
              <a:effectLst/>
            </p:spPr>
            <p:txBody>
              <a:bodyPr>
                <a:spAutoFit/>
              </a:bodyPr>
              <a:lstStyle/>
              <a:p>
                <a:pPr>
                  <a:spcBef>
                    <a:spcPct val="50000"/>
                  </a:spcBef>
                </a:pPr>
                <a:r>
                  <a:rPr lang="en-US" altLang="zh-CN" dirty="0"/>
                  <a:t>F</a:t>
                </a:r>
              </a:p>
            </p:txBody>
          </p:sp>
        </p:grpSp>
        <p:grpSp>
          <p:nvGrpSpPr>
            <p:cNvPr id="10" name="Group 23"/>
            <p:cNvGrpSpPr>
              <a:grpSpLocks/>
            </p:cNvGrpSpPr>
            <p:nvPr/>
          </p:nvGrpSpPr>
          <p:grpSpPr bwMode="auto">
            <a:xfrm>
              <a:off x="2832914" y="2485378"/>
              <a:ext cx="363241" cy="428291"/>
              <a:chOff x="1020" y="2387"/>
              <a:chExt cx="318" cy="327"/>
            </a:xfrm>
          </p:grpSpPr>
          <p:sp>
            <p:nvSpPr>
              <p:cNvPr id="22" name="Oval 24"/>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23" name="Text Box 25"/>
              <p:cNvSpPr txBox="1">
                <a:spLocks noChangeArrowheads="1"/>
              </p:cNvSpPr>
              <p:nvPr/>
            </p:nvSpPr>
            <p:spPr bwMode="auto">
              <a:xfrm>
                <a:off x="1066" y="2432"/>
                <a:ext cx="272" cy="282"/>
              </a:xfrm>
              <a:prstGeom prst="rect">
                <a:avLst/>
              </a:prstGeom>
              <a:noFill/>
              <a:ln w="9525">
                <a:noFill/>
                <a:miter lim="800000"/>
                <a:headEnd/>
                <a:tailEnd/>
              </a:ln>
              <a:effectLst/>
            </p:spPr>
            <p:txBody>
              <a:bodyPr>
                <a:spAutoFit/>
              </a:bodyPr>
              <a:lstStyle/>
              <a:p>
                <a:pPr>
                  <a:spcBef>
                    <a:spcPct val="50000"/>
                  </a:spcBef>
                </a:pPr>
                <a:r>
                  <a:rPr lang="en-US" altLang="zh-CN" dirty="0"/>
                  <a:t>G</a:t>
                </a:r>
              </a:p>
            </p:txBody>
          </p:sp>
        </p:grpSp>
        <p:grpSp>
          <p:nvGrpSpPr>
            <p:cNvPr id="11" name="Group 26"/>
            <p:cNvGrpSpPr>
              <a:grpSpLocks/>
            </p:cNvGrpSpPr>
            <p:nvPr/>
          </p:nvGrpSpPr>
          <p:grpSpPr bwMode="auto">
            <a:xfrm>
              <a:off x="2365727" y="3138948"/>
              <a:ext cx="363241" cy="428291"/>
              <a:chOff x="1020" y="2387"/>
              <a:chExt cx="318" cy="327"/>
            </a:xfrm>
          </p:grpSpPr>
          <p:sp>
            <p:nvSpPr>
              <p:cNvPr id="20" name="Oval 27"/>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21" name="Text Box 28"/>
              <p:cNvSpPr txBox="1">
                <a:spLocks noChangeArrowheads="1"/>
              </p:cNvSpPr>
              <p:nvPr/>
            </p:nvSpPr>
            <p:spPr bwMode="auto">
              <a:xfrm>
                <a:off x="1066" y="2432"/>
                <a:ext cx="272" cy="282"/>
              </a:xfrm>
              <a:prstGeom prst="rect">
                <a:avLst/>
              </a:prstGeom>
              <a:noFill/>
              <a:ln w="9525">
                <a:noFill/>
                <a:miter lim="800000"/>
                <a:headEnd/>
                <a:tailEnd/>
              </a:ln>
              <a:effectLst/>
            </p:spPr>
            <p:txBody>
              <a:bodyPr>
                <a:spAutoFit/>
              </a:bodyPr>
              <a:lstStyle/>
              <a:p>
                <a:pPr>
                  <a:spcBef>
                    <a:spcPct val="50000"/>
                  </a:spcBef>
                </a:pPr>
                <a:r>
                  <a:rPr lang="en-US" altLang="zh-CN" dirty="0"/>
                  <a:t>H</a:t>
                </a:r>
              </a:p>
            </p:txBody>
          </p:sp>
        </p:grpSp>
        <p:grpSp>
          <p:nvGrpSpPr>
            <p:cNvPr id="12" name="Group 29"/>
            <p:cNvGrpSpPr>
              <a:grpSpLocks/>
            </p:cNvGrpSpPr>
            <p:nvPr/>
          </p:nvGrpSpPr>
          <p:grpSpPr bwMode="auto">
            <a:xfrm>
              <a:off x="3351503" y="3138948"/>
              <a:ext cx="363241" cy="428291"/>
              <a:chOff x="1020" y="2387"/>
              <a:chExt cx="318" cy="327"/>
            </a:xfrm>
          </p:grpSpPr>
          <p:sp>
            <p:nvSpPr>
              <p:cNvPr id="18" name="Oval 30"/>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19" name="Text Box 31"/>
              <p:cNvSpPr txBox="1">
                <a:spLocks noChangeArrowheads="1"/>
              </p:cNvSpPr>
              <p:nvPr/>
            </p:nvSpPr>
            <p:spPr bwMode="auto">
              <a:xfrm>
                <a:off x="1066" y="2432"/>
                <a:ext cx="272" cy="282"/>
              </a:xfrm>
              <a:prstGeom prst="rect">
                <a:avLst/>
              </a:prstGeom>
              <a:noFill/>
              <a:ln w="9525">
                <a:noFill/>
                <a:miter lim="800000"/>
                <a:headEnd/>
                <a:tailEnd/>
              </a:ln>
              <a:effectLst/>
            </p:spPr>
            <p:txBody>
              <a:bodyPr>
                <a:spAutoFit/>
              </a:bodyPr>
              <a:lstStyle/>
              <a:p>
                <a:pPr>
                  <a:spcBef>
                    <a:spcPct val="50000"/>
                  </a:spcBef>
                </a:pPr>
                <a:r>
                  <a:rPr lang="en-US" altLang="zh-CN" dirty="0"/>
                  <a:t>I</a:t>
                </a:r>
              </a:p>
            </p:txBody>
          </p:sp>
        </p:grpSp>
        <p:sp>
          <p:nvSpPr>
            <p:cNvPr id="13" name="Line 35"/>
            <p:cNvSpPr>
              <a:spLocks noChangeShapeType="1"/>
            </p:cNvSpPr>
            <p:nvPr/>
          </p:nvSpPr>
          <p:spPr bwMode="auto">
            <a:xfrm flipH="1">
              <a:off x="1330834" y="2068871"/>
              <a:ext cx="362099" cy="416503"/>
            </a:xfrm>
            <a:prstGeom prst="line">
              <a:avLst/>
            </a:prstGeom>
            <a:noFill/>
            <a:ln w="9525">
              <a:solidFill>
                <a:schemeClr val="tx1"/>
              </a:solidFill>
              <a:round/>
              <a:headEnd/>
              <a:tailEnd/>
            </a:ln>
            <a:effectLst/>
          </p:spPr>
          <p:txBody>
            <a:bodyPr/>
            <a:lstStyle/>
            <a:p>
              <a:endParaRPr lang="zh-CN" altLang="en-US"/>
            </a:p>
          </p:txBody>
        </p:sp>
        <p:sp>
          <p:nvSpPr>
            <p:cNvPr id="14" name="Line 36"/>
            <p:cNvSpPr>
              <a:spLocks noChangeShapeType="1"/>
            </p:cNvSpPr>
            <p:nvPr/>
          </p:nvSpPr>
          <p:spPr bwMode="auto">
            <a:xfrm>
              <a:off x="1848280" y="2129120"/>
              <a:ext cx="207893" cy="356254"/>
            </a:xfrm>
            <a:prstGeom prst="line">
              <a:avLst/>
            </a:prstGeom>
            <a:noFill/>
            <a:ln w="9525">
              <a:solidFill>
                <a:schemeClr val="tx1"/>
              </a:solidFill>
              <a:round/>
              <a:headEnd/>
              <a:tailEnd/>
            </a:ln>
            <a:effectLst/>
          </p:spPr>
          <p:txBody>
            <a:bodyPr/>
            <a:lstStyle/>
            <a:p>
              <a:endParaRPr lang="zh-CN" altLang="en-US"/>
            </a:p>
          </p:txBody>
        </p:sp>
        <p:sp>
          <p:nvSpPr>
            <p:cNvPr id="15" name="Line 37"/>
            <p:cNvSpPr>
              <a:spLocks noChangeShapeType="1"/>
            </p:cNvSpPr>
            <p:nvPr/>
          </p:nvSpPr>
          <p:spPr bwMode="auto">
            <a:xfrm>
              <a:off x="2988262" y="2129120"/>
              <a:ext cx="0" cy="296006"/>
            </a:xfrm>
            <a:prstGeom prst="line">
              <a:avLst/>
            </a:prstGeom>
            <a:noFill/>
            <a:ln w="9525">
              <a:solidFill>
                <a:schemeClr val="tx1"/>
              </a:solidFill>
              <a:round/>
              <a:headEnd/>
              <a:tailEnd/>
            </a:ln>
            <a:effectLst/>
          </p:spPr>
          <p:txBody>
            <a:bodyPr/>
            <a:lstStyle/>
            <a:p>
              <a:endParaRPr lang="zh-CN" altLang="en-US"/>
            </a:p>
          </p:txBody>
        </p:sp>
        <p:sp>
          <p:nvSpPr>
            <p:cNvPr id="16" name="Line 38"/>
            <p:cNvSpPr>
              <a:spLocks noChangeShapeType="1"/>
            </p:cNvSpPr>
            <p:nvPr/>
          </p:nvSpPr>
          <p:spPr bwMode="auto">
            <a:xfrm flipH="1">
              <a:off x="2677566" y="2782690"/>
              <a:ext cx="310697" cy="356254"/>
            </a:xfrm>
            <a:prstGeom prst="line">
              <a:avLst/>
            </a:prstGeom>
            <a:noFill/>
            <a:ln w="9525">
              <a:solidFill>
                <a:schemeClr val="tx1"/>
              </a:solidFill>
              <a:round/>
              <a:headEnd/>
              <a:tailEnd/>
            </a:ln>
            <a:effectLst/>
          </p:spPr>
          <p:txBody>
            <a:bodyPr/>
            <a:lstStyle/>
            <a:p>
              <a:endParaRPr lang="zh-CN" altLang="en-US"/>
            </a:p>
          </p:txBody>
        </p:sp>
        <p:sp>
          <p:nvSpPr>
            <p:cNvPr id="17" name="Line 39"/>
            <p:cNvSpPr>
              <a:spLocks noChangeShapeType="1"/>
            </p:cNvSpPr>
            <p:nvPr/>
          </p:nvSpPr>
          <p:spPr bwMode="auto">
            <a:xfrm>
              <a:off x="3092209" y="2841629"/>
              <a:ext cx="259295" cy="356254"/>
            </a:xfrm>
            <a:prstGeom prst="line">
              <a:avLst/>
            </a:prstGeom>
            <a:noFill/>
            <a:ln w="9525">
              <a:solidFill>
                <a:schemeClr val="tx1"/>
              </a:solidFill>
              <a:round/>
              <a:headEnd/>
              <a:tailEnd/>
            </a:ln>
            <a:effectLst/>
          </p:spPr>
          <p:txBody>
            <a:bodyPr/>
            <a:lstStyle/>
            <a:p>
              <a:endParaRPr lang="zh-CN" altLang="en-US"/>
            </a:p>
          </p:txBody>
        </p:sp>
      </p:grpSp>
      <p:grpSp>
        <p:nvGrpSpPr>
          <p:cNvPr id="34" name="组合 33"/>
          <p:cNvGrpSpPr/>
          <p:nvPr/>
        </p:nvGrpSpPr>
        <p:grpSpPr>
          <a:xfrm>
            <a:off x="6524629" y="4429132"/>
            <a:ext cx="2887657" cy="1901918"/>
            <a:chOff x="4184673" y="4798606"/>
            <a:chExt cx="2887657" cy="1901918"/>
          </a:xfrm>
        </p:grpSpPr>
        <p:grpSp>
          <p:nvGrpSpPr>
            <p:cNvPr id="35" name="Group 44"/>
            <p:cNvGrpSpPr>
              <a:grpSpLocks/>
            </p:cNvGrpSpPr>
            <p:nvPr/>
          </p:nvGrpSpPr>
          <p:grpSpPr bwMode="auto">
            <a:xfrm>
              <a:off x="4749975" y="4798606"/>
              <a:ext cx="396834" cy="430163"/>
              <a:chOff x="1020" y="2387"/>
              <a:chExt cx="318" cy="318"/>
            </a:xfrm>
          </p:grpSpPr>
          <p:sp>
            <p:nvSpPr>
              <p:cNvPr id="64" name="Oval 45"/>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65" name="Text Box 46"/>
              <p:cNvSpPr txBox="1">
                <a:spLocks noChangeArrowheads="1"/>
              </p:cNvSpPr>
              <p:nvPr/>
            </p:nvSpPr>
            <p:spPr bwMode="auto">
              <a:xfrm>
                <a:off x="1066" y="2432"/>
                <a:ext cx="272" cy="273"/>
              </a:xfrm>
              <a:prstGeom prst="rect">
                <a:avLst/>
              </a:prstGeom>
              <a:noFill/>
              <a:ln w="9525">
                <a:noFill/>
                <a:miter lim="800000"/>
                <a:headEnd/>
                <a:tailEnd/>
              </a:ln>
              <a:effectLst/>
            </p:spPr>
            <p:txBody>
              <a:bodyPr>
                <a:spAutoFit/>
              </a:bodyPr>
              <a:lstStyle/>
              <a:p>
                <a:pPr>
                  <a:spcBef>
                    <a:spcPct val="50000"/>
                  </a:spcBef>
                </a:pPr>
                <a:r>
                  <a:rPr lang="en-US" altLang="zh-CN" dirty="0"/>
                  <a:t>B</a:t>
                </a:r>
              </a:p>
            </p:txBody>
          </p:sp>
        </p:grpSp>
        <p:grpSp>
          <p:nvGrpSpPr>
            <p:cNvPr id="36" name="Group 47"/>
            <p:cNvGrpSpPr>
              <a:grpSpLocks/>
            </p:cNvGrpSpPr>
            <p:nvPr/>
          </p:nvGrpSpPr>
          <p:grpSpPr bwMode="auto">
            <a:xfrm>
              <a:off x="5487488" y="4798606"/>
              <a:ext cx="396834" cy="430163"/>
              <a:chOff x="1020" y="2387"/>
              <a:chExt cx="318" cy="318"/>
            </a:xfrm>
          </p:grpSpPr>
          <p:sp>
            <p:nvSpPr>
              <p:cNvPr id="62" name="Oval 48"/>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63" name="Text Box 49"/>
              <p:cNvSpPr txBox="1">
                <a:spLocks noChangeArrowheads="1"/>
              </p:cNvSpPr>
              <p:nvPr/>
            </p:nvSpPr>
            <p:spPr bwMode="auto">
              <a:xfrm>
                <a:off x="1066" y="2432"/>
                <a:ext cx="272" cy="273"/>
              </a:xfrm>
              <a:prstGeom prst="rect">
                <a:avLst/>
              </a:prstGeom>
              <a:noFill/>
              <a:ln w="9525">
                <a:noFill/>
                <a:miter lim="800000"/>
                <a:headEnd/>
                <a:tailEnd/>
              </a:ln>
              <a:effectLst/>
            </p:spPr>
            <p:txBody>
              <a:bodyPr>
                <a:spAutoFit/>
              </a:bodyPr>
              <a:lstStyle/>
              <a:p>
                <a:pPr>
                  <a:spcBef>
                    <a:spcPct val="50000"/>
                  </a:spcBef>
                </a:pPr>
                <a:r>
                  <a:rPr lang="en-US" altLang="zh-CN" dirty="0"/>
                  <a:t>C</a:t>
                </a:r>
              </a:p>
            </p:txBody>
          </p:sp>
        </p:grpSp>
        <p:grpSp>
          <p:nvGrpSpPr>
            <p:cNvPr id="37" name="Group 50"/>
            <p:cNvGrpSpPr>
              <a:grpSpLocks/>
            </p:cNvGrpSpPr>
            <p:nvPr/>
          </p:nvGrpSpPr>
          <p:grpSpPr bwMode="auto">
            <a:xfrm>
              <a:off x="4184673" y="5534483"/>
              <a:ext cx="396834" cy="430163"/>
              <a:chOff x="1020" y="2387"/>
              <a:chExt cx="318" cy="318"/>
            </a:xfrm>
          </p:grpSpPr>
          <p:sp>
            <p:nvSpPr>
              <p:cNvPr id="60" name="Oval 51"/>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61" name="Text Box 52"/>
              <p:cNvSpPr txBox="1">
                <a:spLocks noChangeArrowheads="1"/>
              </p:cNvSpPr>
              <p:nvPr/>
            </p:nvSpPr>
            <p:spPr bwMode="auto">
              <a:xfrm>
                <a:off x="1066" y="2432"/>
                <a:ext cx="272" cy="273"/>
              </a:xfrm>
              <a:prstGeom prst="rect">
                <a:avLst/>
              </a:prstGeom>
              <a:noFill/>
              <a:ln w="9525">
                <a:noFill/>
                <a:miter lim="800000"/>
                <a:headEnd/>
                <a:tailEnd/>
              </a:ln>
              <a:effectLst/>
            </p:spPr>
            <p:txBody>
              <a:bodyPr>
                <a:spAutoFit/>
              </a:bodyPr>
              <a:lstStyle/>
              <a:p>
                <a:pPr>
                  <a:spcBef>
                    <a:spcPct val="50000"/>
                  </a:spcBef>
                </a:pPr>
                <a:r>
                  <a:rPr lang="en-US" altLang="zh-CN" dirty="0"/>
                  <a:t>E</a:t>
                </a:r>
              </a:p>
            </p:txBody>
          </p:sp>
        </p:grpSp>
        <p:grpSp>
          <p:nvGrpSpPr>
            <p:cNvPr id="38" name="Group 53"/>
            <p:cNvGrpSpPr>
              <a:grpSpLocks/>
            </p:cNvGrpSpPr>
            <p:nvPr/>
          </p:nvGrpSpPr>
          <p:grpSpPr bwMode="auto">
            <a:xfrm>
              <a:off x="6222505" y="4798606"/>
              <a:ext cx="396834" cy="430163"/>
              <a:chOff x="1020" y="2387"/>
              <a:chExt cx="318" cy="318"/>
            </a:xfrm>
          </p:grpSpPr>
          <p:sp>
            <p:nvSpPr>
              <p:cNvPr id="58" name="Oval 54"/>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59" name="Text Box 55"/>
              <p:cNvSpPr txBox="1">
                <a:spLocks noChangeArrowheads="1"/>
              </p:cNvSpPr>
              <p:nvPr/>
            </p:nvSpPr>
            <p:spPr bwMode="auto">
              <a:xfrm>
                <a:off x="1066" y="2432"/>
                <a:ext cx="272" cy="273"/>
              </a:xfrm>
              <a:prstGeom prst="rect">
                <a:avLst/>
              </a:prstGeom>
              <a:noFill/>
              <a:ln w="9525">
                <a:noFill/>
                <a:miter lim="800000"/>
                <a:headEnd/>
                <a:tailEnd/>
              </a:ln>
              <a:effectLst/>
            </p:spPr>
            <p:txBody>
              <a:bodyPr>
                <a:spAutoFit/>
              </a:bodyPr>
              <a:lstStyle/>
              <a:p>
                <a:pPr>
                  <a:spcBef>
                    <a:spcPct val="50000"/>
                  </a:spcBef>
                </a:pPr>
                <a:r>
                  <a:rPr lang="en-US" altLang="zh-CN" dirty="0"/>
                  <a:t>D</a:t>
                </a:r>
              </a:p>
            </p:txBody>
          </p:sp>
        </p:grpSp>
        <p:grpSp>
          <p:nvGrpSpPr>
            <p:cNvPr id="39" name="Group 56"/>
            <p:cNvGrpSpPr>
              <a:grpSpLocks/>
            </p:cNvGrpSpPr>
            <p:nvPr/>
          </p:nvGrpSpPr>
          <p:grpSpPr bwMode="auto">
            <a:xfrm>
              <a:off x="4977094" y="5529072"/>
              <a:ext cx="396834" cy="430163"/>
              <a:chOff x="1020" y="2387"/>
              <a:chExt cx="318" cy="318"/>
            </a:xfrm>
          </p:grpSpPr>
          <p:sp>
            <p:nvSpPr>
              <p:cNvPr id="56" name="Oval 57"/>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57" name="Text Box 58"/>
              <p:cNvSpPr txBox="1">
                <a:spLocks noChangeArrowheads="1"/>
              </p:cNvSpPr>
              <p:nvPr/>
            </p:nvSpPr>
            <p:spPr bwMode="auto">
              <a:xfrm>
                <a:off x="1066" y="2432"/>
                <a:ext cx="272" cy="273"/>
              </a:xfrm>
              <a:prstGeom prst="rect">
                <a:avLst/>
              </a:prstGeom>
              <a:noFill/>
              <a:ln w="9525">
                <a:noFill/>
                <a:miter lim="800000"/>
                <a:headEnd/>
                <a:tailEnd/>
              </a:ln>
              <a:effectLst/>
            </p:spPr>
            <p:txBody>
              <a:bodyPr>
                <a:spAutoFit/>
              </a:bodyPr>
              <a:lstStyle/>
              <a:p>
                <a:pPr>
                  <a:spcBef>
                    <a:spcPct val="50000"/>
                  </a:spcBef>
                </a:pPr>
                <a:r>
                  <a:rPr lang="en-US" altLang="zh-CN" dirty="0"/>
                  <a:t>F</a:t>
                </a:r>
              </a:p>
            </p:txBody>
          </p:sp>
        </p:grpSp>
        <p:grpSp>
          <p:nvGrpSpPr>
            <p:cNvPr id="40" name="Group 59"/>
            <p:cNvGrpSpPr>
              <a:grpSpLocks/>
            </p:cNvGrpSpPr>
            <p:nvPr/>
          </p:nvGrpSpPr>
          <p:grpSpPr bwMode="auto">
            <a:xfrm>
              <a:off x="6108946" y="5534483"/>
              <a:ext cx="396834" cy="430163"/>
              <a:chOff x="1020" y="2387"/>
              <a:chExt cx="318" cy="318"/>
            </a:xfrm>
          </p:grpSpPr>
          <p:sp>
            <p:nvSpPr>
              <p:cNvPr id="54" name="Oval 60"/>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55" name="Text Box 61"/>
              <p:cNvSpPr txBox="1">
                <a:spLocks noChangeArrowheads="1"/>
              </p:cNvSpPr>
              <p:nvPr/>
            </p:nvSpPr>
            <p:spPr bwMode="auto">
              <a:xfrm>
                <a:off x="1066" y="2432"/>
                <a:ext cx="272" cy="273"/>
              </a:xfrm>
              <a:prstGeom prst="rect">
                <a:avLst/>
              </a:prstGeom>
              <a:noFill/>
              <a:ln w="9525">
                <a:noFill/>
                <a:miter lim="800000"/>
                <a:headEnd/>
                <a:tailEnd/>
              </a:ln>
              <a:effectLst/>
            </p:spPr>
            <p:txBody>
              <a:bodyPr>
                <a:spAutoFit/>
              </a:bodyPr>
              <a:lstStyle/>
              <a:p>
                <a:pPr>
                  <a:spcBef>
                    <a:spcPct val="50000"/>
                  </a:spcBef>
                </a:pPr>
                <a:r>
                  <a:rPr lang="en-US" altLang="zh-CN" dirty="0"/>
                  <a:t>G</a:t>
                </a:r>
              </a:p>
            </p:txBody>
          </p:sp>
        </p:grpSp>
        <p:grpSp>
          <p:nvGrpSpPr>
            <p:cNvPr id="41" name="Group 62"/>
            <p:cNvGrpSpPr>
              <a:grpSpLocks/>
            </p:cNvGrpSpPr>
            <p:nvPr/>
          </p:nvGrpSpPr>
          <p:grpSpPr bwMode="auto">
            <a:xfrm>
              <a:off x="5601048" y="6270361"/>
              <a:ext cx="396834" cy="430163"/>
              <a:chOff x="1020" y="2387"/>
              <a:chExt cx="318" cy="318"/>
            </a:xfrm>
          </p:grpSpPr>
          <p:sp>
            <p:nvSpPr>
              <p:cNvPr id="52" name="Oval 63"/>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53" name="Text Box 64"/>
              <p:cNvSpPr txBox="1">
                <a:spLocks noChangeArrowheads="1"/>
              </p:cNvSpPr>
              <p:nvPr/>
            </p:nvSpPr>
            <p:spPr bwMode="auto">
              <a:xfrm>
                <a:off x="1066" y="2432"/>
                <a:ext cx="272" cy="273"/>
              </a:xfrm>
              <a:prstGeom prst="rect">
                <a:avLst/>
              </a:prstGeom>
              <a:noFill/>
              <a:ln w="9525">
                <a:noFill/>
                <a:miter lim="800000"/>
                <a:headEnd/>
                <a:tailEnd/>
              </a:ln>
              <a:effectLst/>
            </p:spPr>
            <p:txBody>
              <a:bodyPr>
                <a:spAutoFit/>
              </a:bodyPr>
              <a:lstStyle/>
              <a:p>
                <a:pPr>
                  <a:spcBef>
                    <a:spcPct val="50000"/>
                  </a:spcBef>
                </a:pPr>
                <a:r>
                  <a:rPr lang="en-US" altLang="zh-CN" dirty="0"/>
                  <a:t>H</a:t>
                </a:r>
              </a:p>
            </p:txBody>
          </p:sp>
        </p:grpSp>
        <p:grpSp>
          <p:nvGrpSpPr>
            <p:cNvPr id="42" name="Group 65"/>
            <p:cNvGrpSpPr>
              <a:grpSpLocks/>
            </p:cNvGrpSpPr>
            <p:nvPr/>
          </p:nvGrpSpPr>
          <p:grpSpPr bwMode="auto">
            <a:xfrm>
              <a:off x="6675496" y="6270361"/>
              <a:ext cx="396834" cy="430163"/>
              <a:chOff x="1020" y="2387"/>
              <a:chExt cx="318" cy="318"/>
            </a:xfrm>
          </p:grpSpPr>
          <p:sp>
            <p:nvSpPr>
              <p:cNvPr id="50" name="Oval 66"/>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51" name="Text Box 67"/>
              <p:cNvSpPr txBox="1">
                <a:spLocks noChangeArrowheads="1"/>
              </p:cNvSpPr>
              <p:nvPr/>
            </p:nvSpPr>
            <p:spPr bwMode="auto">
              <a:xfrm>
                <a:off x="1066" y="2432"/>
                <a:ext cx="272" cy="273"/>
              </a:xfrm>
              <a:prstGeom prst="rect">
                <a:avLst/>
              </a:prstGeom>
              <a:noFill/>
              <a:ln w="9525">
                <a:noFill/>
                <a:miter lim="800000"/>
                <a:headEnd/>
                <a:tailEnd/>
              </a:ln>
              <a:effectLst/>
            </p:spPr>
            <p:txBody>
              <a:bodyPr>
                <a:spAutoFit/>
              </a:bodyPr>
              <a:lstStyle/>
              <a:p>
                <a:pPr>
                  <a:spcBef>
                    <a:spcPct val="50000"/>
                  </a:spcBef>
                </a:pPr>
                <a:r>
                  <a:rPr lang="en-US" altLang="zh-CN" dirty="0"/>
                  <a:t>I</a:t>
                </a:r>
              </a:p>
            </p:txBody>
          </p:sp>
        </p:grpSp>
        <p:sp>
          <p:nvSpPr>
            <p:cNvPr id="43" name="Line 79"/>
            <p:cNvSpPr>
              <a:spLocks noChangeShapeType="1"/>
            </p:cNvSpPr>
            <p:nvPr/>
          </p:nvSpPr>
          <p:spPr bwMode="auto">
            <a:xfrm>
              <a:off x="5148057" y="4982575"/>
              <a:ext cx="395587" cy="0"/>
            </a:xfrm>
            <a:prstGeom prst="line">
              <a:avLst/>
            </a:prstGeom>
            <a:noFill/>
            <a:ln w="9525">
              <a:solidFill>
                <a:schemeClr val="tx1"/>
              </a:solidFill>
              <a:round/>
              <a:headEnd/>
              <a:tailEnd type="triangle" w="med" len="med"/>
            </a:ln>
            <a:effectLst/>
          </p:spPr>
          <p:txBody>
            <a:bodyPr/>
            <a:lstStyle/>
            <a:p>
              <a:endParaRPr lang="zh-CN" altLang="en-US"/>
            </a:p>
          </p:txBody>
        </p:sp>
        <p:sp>
          <p:nvSpPr>
            <p:cNvPr id="44" name="Line 80"/>
            <p:cNvSpPr>
              <a:spLocks noChangeShapeType="1"/>
            </p:cNvSpPr>
            <p:nvPr/>
          </p:nvSpPr>
          <p:spPr bwMode="auto">
            <a:xfrm>
              <a:off x="5884322" y="4982575"/>
              <a:ext cx="395587" cy="0"/>
            </a:xfrm>
            <a:prstGeom prst="line">
              <a:avLst/>
            </a:prstGeom>
            <a:noFill/>
            <a:ln w="9525">
              <a:solidFill>
                <a:schemeClr val="tx1"/>
              </a:solidFill>
              <a:round/>
              <a:headEnd/>
              <a:tailEnd type="triangle" w="med" len="med"/>
            </a:ln>
            <a:effectLst/>
          </p:spPr>
          <p:txBody>
            <a:bodyPr/>
            <a:lstStyle/>
            <a:p>
              <a:endParaRPr lang="zh-CN" altLang="en-US"/>
            </a:p>
          </p:txBody>
        </p:sp>
        <p:sp>
          <p:nvSpPr>
            <p:cNvPr id="45" name="Line 81"/>
            <p:cNvSpPr>
              <a:spLocks noChangeShapeType="1"/>
            </p:cNvSpPr>
            <p:nvPr/>
          </p:nvSpPr>
          <p:spPr bwMode="auto">
            <a:xfrm flipH="1">
              <a:off x="4469196" y="5104320"/>
              <a:ext cx="396834" cy="491036"/>
            </a:xfrm>
            <a:prstGeom prst="line">
              <a:avLst/>
            </a:prstGeom>
            <a:noFill/>
            <a:ln w="9525">
              <a:solidFill>
                <a:schemeClr val="tx1"/>
              </a:solidFill>
              <a:round/>
              <a:headEnd/>
              <a:tailEnd type="triangle" w="med" len="med"/>
            </a:ln>
            <a:effectLst/>
          </p:spPr>
          <p:txBody>
            <a:bodyPr/>
            <a:lstStyle/>
            <a:p>
              <a:endParaRPr lang="zh-CN" altLang="en-US"/>
            </a:p>
          </p:txBody>
        </p:sp>
        <p:sp>
          <p:nvSpPr>
            <p:cNvPr id="46" name="Line 82"/>
            <p:cNvSpPr>
              <a:spLocks noChangeShapeType="1"/>
            </p:cNvSpPr>
            <p:nvPr/>
          </p:nvSpPr>
          <p:spPr bwMode="auto">
            <a:xfrm flipH="1">
              <a:off x="5826919" y="5841550"/>
              <a:ext cx="396834" cy="491036"/>
            </a:xfrm>
            <a:prstGeom prst="line">
              <a:avLst/>
            </a:prstGeom>
            <a:noFill/>
            <a:ln w="9525">
              <a:solidFill>
                <a:schemeClr val="tx1"/>
              </a:solidFill>
              <a:round/>
              <a:headEnd/>
              <a:tailEnd type="triangle" w="med" len="med"/>
            </a:ln>
            <a:effectLst/>
          </p:spPr>
          <p:txBody>
            <a:bodyPr/>
            <a:lstStyle/>
            <a:p>
              <a:endParaRPr lang="zh-CN" altLang="en-US"/>
            </a:p>
          </p:txBody>
        </p:sp>
        <p:sp>
          <p:nvSpPr>
            <p:cNvPr id="47" name="Line 83"/>
            <p:cNvSpPr>
              <a:spLocks noChangeShapeType="1"/>
            </p:cNvSpPr>
            <p:nvPr/>
          </p:nvSpPr>
          <p:spPr bwMode="auto">
            <a:xfrm>
              <a:off x="4582755" y="5718453"/>
              <a:ext cx="395587" cy="0"/>
            </a:xfrm>
            <a:prstGeom prst="line">
              <a:avLst/>
            </a:prstGeom>
            <a:noFill/>
            <a:ln w="9525">
              <a:solidFill>
                <a:schemeClr val="tx1"/>
              </a:solidFill>
              <a:round/>
              <a:headEnd/>
              <a:tailEnd type="triangle" w="med" len="med"/>
            </a:ln>
            <a:effectLst/>
          </p:spPr>
          <p:txBody>
            <a:bodyPr/>
            <a:lstStyle/>
            <a:p>
              <a:endParaRPr lang="zh-CN" altLang="en-US"/>
            </a:p>
          </p:txBody>
        </p:sp>
        <p:sp>
          <p:nvSpPr>
            <p:cNvPr id="48" name="Line 84"/>
            <p:cNvSpPr>
              <a:spLocks noChangeShapeType="1"/>
            </p:cNvSpPr>
            <p:nvPr/>
          </p:nvSpPr>
          <p:spPr bwMode="auto">
            <a:xfrm>
              <a:off x="6054038" y="6454330"/>
              <a:ext cx="622706" cy="0"/>
            </a:xfrm>
            <a:prstGeom prst="line">
              <a:avLst/>
            </a:prstGeom>
            <a:noFill/>
            <a:ln w="9525">
              <a:solidFill>
                <a:schemeClr val="tx1"/>
              </a:solidFill>
              <a:round/>
              <a:headEnd/>
              <a:tailEnd type="triangle" w="med" len="med"/>
            </a:ln>
            <a:effectLst/>
          </p:spPr>
          <p:txBody>
            <a:bodyPr/>
            <a:lstStyle/>
            <a:p>
              <a:endParaRPr lang="zh-CN" altLang="en-US"/>
            </a:p>
          </p:txBody>
        </p:sp>
        <p:sp>
          <p:nvSpPr>
            <p:cNvPr id="49" name="Line 85"/>
            <p:cNvSpPr>
              <a:spLocks noChangeShapeType="1"/>
            </p:cNvSpPr>
            <p:nvPr/>
          </p:nvSpPr>
          <p:spPr bwMode="auto">
            <a:xfrm flipH="1">
              <a:off x="6336065" y="5104320"/>
              <a:ext cx="57404" cy="491036"/>
            </a:xfrm>
            <a:prstGeom prst="line">
              <a:avLst/>
            </a:prstGeom>
            <a:noFill/>
            <a:ln w="9525">
              <a:solidFill>
                <a:schemeClr val="tx1"/>
              </a:solidFill>
              <a:round/>
              <a:headEnd/>
              <a:tailEnd type="triangle" w="med" len="med"/>
            </a:ln>
            <a:effectLst/>
          </p:spPr>
          <p:txBody>
            <a:bodyPr/>
            <a:lstStyle/>
            <a:p>
              <a:endParaRPr lang="zh-CN" altLang="en-US"/>
            </a:p>
          </p:txBody>
        </p:sp>
      </p:grpSp>
      <p:grpSp>
        <p:nvGrpSpPr>
          <p:cNvPr id="66" name="组合 65"/>
          <p:cNvGrpSpPr/>
          <p:nvPr/>
        </p:nvGrpSpPr>
        <p:grpSpPr>
          <a:xfrm>
            <a:off x="2576502" y="3357560"/>
            <a:ext cx="1804986" cy="3221388"/>
            <a:chOff x="909626" y="3741990"/>
            <a:chExt cx="1804986" cy="3221388"/>
          </a:xfrm>
        </p:grpSpPr>
        <p:grpSp>
          <p:nvGrpSpPr>
            <p:cNvPr id="67" name="Group 80"/>
            <p:cNvGrpSpPr>
              <a:grpSpLocks/>
            </p:cNvGrpSpPr>
            <p:nvPr/>
          </p:nvGrpSpPr>
          <p:grpSpPr bwMode="auto">
            <a:xfrm>
              <a:off x="1407128" y="3741990"/>
              <a:ext cx="435828" cy="421425"/>
              <a:chOff x="1020" y="2387"/>
              <a:chExt cx="318" cy="368"/>
            </a:xfrm>
          </p:grpSpPr>
          <p:sp>
            <p:nvSpPr>
              <p:cNvPr id="96" name="Oval 81"/>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97" name="Text Box 82"/>
              <p:cNvSpPr txBox="1">
                <a:spLocks noChangeArrowheads="1"/>
              </p:cNvSpPr>
              <p:nvPr/>
            </p:nvSpPr>
            <p:spPr bwMode="auto">
              <a:xfrm>
                <a:off x="1066" y="2432"/>
                <a:ext cx="272" cy="323"/>
              </a:xfrm>
              <a:prstGeom prst="rect">
                <a:avLst/>
              </a:prstGeom>
              <a:noFill/>
              <a:ln w="9525">
                <a:noFill/>
                <a:miter lim="800000"/>
                <a:headEnd/>
                <a:tailEnd/>
              </a:ln>
              <a:effectLst/>
            </p:spPr>
            <p:txBody>
              <a:bodyPr>
                <a:spAutoFit/>
              </a:bodyPr>
              <a:lstStyle/>
              <a:p>
                <a:pPr>
                  <a:spcBef>
                    <a:spcPct val="50000"/>
                  </a:spcBef>
                </a:pPr>
                <a:r>
                  <a:rPr lang="en-US" altLang="zh-CN" dirty="0"/>
                  <a:t>B</a:t>
                </a:r>
              </a:p>
            </p:txBody>
          </p:sp>
        </p:grpSp>
        <p:grpSp>
          <p:nvGrpSpPr>
            <p:cNvPr id="68" name="Group 83"/>
            <p:cNvGrpSpPr>
              <a:grpSpLocks/>
            </p:cNvGrpSpPr>
            <p:nvPr/>
          </p:nvGrpSpPr>
          <p:grpSpPr bwMode="auto">
            <a:xfrm>
              <a:off x="1781282" y="4260756"/>
              <a:ext cx="435828" cy="421425"/>
              <a:chOff x="1020" y="2387"/>
              <a:chExt cx="318" cy="368"/>
            </a:xfrm>
          </p:grpSpPr>
          <p:sp>
            <p:nvSpPr>
              <p:cNvPr id="94" name="Oval 84"/>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95" name="Text Box 85"/>
              <p:cNvSpPr txBox="1">
                <a:spLocks noChangeArrowheads="1"/>
              </p:cNvSpPr>
              <p:nvPr/>
            </p:nvSpPr>
            <p:spPr bwMode="auto">
              <a:xfrm>
                <a:off x="1066" y="2432"/>
                <a:ext cx="272" cy="323"/>
              </a:xfrm>
              <a:prstGeom prst="rect">
                <a:avLst/>
              </a:prstGeom>
              <a:noFill/>
              <a:ln w="9525">
                <a:noFill/>
                <a:miter lim="800000"/>
                <a:headEnd/>
                <a:tailEnd/>
              </a:ln>
              <a:effectLst/>
            </p:spPr>
            <p:txBody>
              <a:bodyPr>
                <a:spAutoFit/>
              </a:bodyPr>
              <a:lstStyle/>
              <a:p>
                <a:pPr>
                  <a:spcBef>
                    <a:spcPct val="50000"/>
                  </a:spcBef>
                </a:pPr>
                <a:r>
                  <a:rPr lang="en-US" altLang="zh-CN" dirty="0"/>
                  <a:t>C</a:t>
                </a:r>
              </a:p>
            </p:txBody>
          </p:sp>
        </p:grpSp>
        <p:grpSp>
          <p:nvGrpSpPr>
            <p:cNvPr id="69" name="Group 86"/>
            <p:cNvGrpSpPr>
              <a:grpSpLocks/>
            </p:cNvGrpSpPr>
            <p:nvPr/>
          </p:nvGrpSpPr>
          <p:grpSpPr bwMode="auto">
            <a:xfrm>
              <a:off x="909626" y="4260756"/>
              <a:ext cx="435828" cy="421425"/>
              <a:chOff x="1020" y="2387"/>
              <a:chExt cx="318" cy="368"/>
            </a:xfrm>
          </p:grpSpPr>
          <p:sp>
            <p:nvSpPr>
              <p:cNvPr id="92" name="Oval 87"/>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93" name="Text Box 88"/>
              <p:cNvSpPr txBox="1">
                <a:spLocks noChangeArrowheads="1"/>
              </p:cNvSpPr>
              <p:nvPr/>
            </p:nvSpPr>
            <p:spPr bwMode="auto">
              <a:xfrm>
                <a:off x="1066" y="2432"/>
                <a:ext cx="272" cy="323"/>
              </a:xfrm>
              <a:prstGeom prst="rect">
                <a:avLst/>
              </a:prstGeom>
              <a:noFill/>
              <a:ln w="9525">
                <a:noFill/>
                <a:miter lim="800000"/>
                <a:headEnd/>
                <a:tailEnd/>
              </a:ln>
              <a:effectLst/>
            </p:spPr>
            <p:txBody>
              <a:bodyPr>
                <a:spAutoFit/>
              </a:bodyPr>
              <a:lstStyle/>
              <a:p>
                <a:pPr>
                  <a:spcBef>
                    <a:spcPct val="50000"/>
                  </a:spcBef>
                </a:pPr>
                <a:r>
                  <a:rPr lang="en-US" altLang="zh-CN" dirty="0"/>
                  <a:t>E</a:t>
                </a:r>
              </a:p>
            </p:txBody>
          </p:sp>
        </p:grpSp>
        <p:grpSp>
          <p:nvGrpSpPr>
            <p:cNvPr id="70" name="Group 89"/>
            <p:cNvGrpSpPr>
              <a:grpSpLocks/>
            </p:cNvGrpSpPr>
            <p:nvPr/>
          </p:nvGrpSpPr>
          <p:grpSpPr bwMode="auto">
            <a:xfrm>
              <a:off x="2278784" y="4832201"/>
              <a:ext cx="435828" cy="421425"/>
              <a:chOff x="1020" y="2387"/>
              <a:chExt cx="318" cy="368"/>
            </a:xfrm>
          </p:grpSpPr>
          <p:sp>
            <p:nvSpPr>
              <p:cNvPr id="90" name="Oval 90"/>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91" name="Text Box 91"/>
              <p:cNvSpPr txBox="1">
                <a:spLocks noChangeArrowheads="1"/>
              </p:cNvSpPr>
              <p:nvPr/>
            </p:nvSpPr>
            <p:spPr bwMode="auto">
              <a:xfrm>
                <a:off x="1066" y="2432"/>
                <a:ext cx="272" cy="323"/>
              </a:xfrm>
              <a:prstGeom prst="rect">
                <a:avLst/>
              </a:prstGeom>
              <a:noFill/>
              <a:ln w="9525">
                <a:noFill/>
                <a:miter lim="800000"/>
                <a:headEnd/>
                <a:tailEnd/>
              </a:ln>
              <a:effectLst/>
            </p:spPr>
            <p:txBody>
              <a:bodyPr>
                <a:spAutoFit/>
              </a:bodyPr>
              <a:lstStyle/>
              <a:p>
                <a:pPr>
                  <a:spcBef>
                    <a:spcPct val="50000"/>
                  </a:spcBef>
                </a:pPr>
                <a:r>
                  <a:rPr lang="en-US" altLang="zh-CN" dirty="0"/>
                  <a:t>D</a:t>
                </a:r>
              </a:p>
            </p:txBody>
          </p:sp>
        </p:grpSp>
        <p:grpSp>
          <p:nvGrpSpPr>
            <p:cNvPr id="71" name="Group 92"/>
            <p:cNvGrpSpPr>
              <a:grpSpLocks/>
            </p:cNvGrpSpPr>
            <p:nvPr/>
          </p:nvGrpSpPr>
          <p:grpSpPr bwMode="auto">
            <a:xfrm>
              <a:off x="1345454" y="4827620"/>
              <a:ext cx="435828" cy="421425"/>
              <a:chOff x="1020" y="2387"/>
              <a:chExt cx="318" cy="368"/>
            </a:xfrm>
          </p:grpSpPr>
          <p:sp>
            <p:nvSpPr>
              <p:cNvPr id="88" name="Oval 93"/>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89" name="Text Box 94"/>
              <p:cNvSpPr txBox="1">
                <a:spLocks noChangeArrowheads="1"/>
              </p:cNvSpPr>
              <p:nvPr/>
            </p:nvSpPr>
            <p:spPr bwMode="auto">
              <a:xfrm>
                <a:off x="1066" y="2432"/>
                <a:ext cx="272" cy="323"/>
              </a:xfrm>
              <a:prstGeom prst="rect">
                <a:avLst/>
              </a:prstGeom>
              <a:noFill/>
              <a:ln w="9525">
                <a:noFill/>
                <a:miter lim="800000"/>
                <a:headEnd/>
                <a:tailEnd/>
              </a:ln>
              <a:effectLst/>
            </p:spPr>
            <p:txBody>
              <a:bodyPr>
                <a:spAutoFit/>
              </a:bodyPr>
              <a:lstStyle/>
              <a:p>
                <a:pPr>
                  <a:spcBef>
                    <a:spcPct val="50000"/>
                  </a:spcBef>
                </a:pPr>
                <a:r>
                  <a:rPr lang="en-US" altLang="zh-CN" dirty="0"/>
                  <a:t>F</a:t>
                </a:r>
              </a:p>
            </p:txBody>
          </p:sp>
        </p:grpSp>
        <p:grpSp>
          <p:nvGrpSpPr>
            <p:cNvPr id="72" name="Group 95"/>
            <p:cNvGrpSpPr>
              <a:grpSpLocks/>
            </p:cNvGrpSpPr>
            <p:nvPr/>
          </p:nvGrpSpPr>
          <p:grpSpPr bwMode="auto">
            <a:xfrm>
              <a:off x="2029348" y="5403645"/>
              <a:ext cx="435828" cy="421425"/>
              <a:chOff x="1020" y="2387"/>
              <a:chExt cx="318" cy="368"/>
            </a:xfrm>
          </p:grpSpPr>
          <p:sp>
            <p:nvSpPr>
              <p:cNvPr id="86" name="Oval 96"/>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87" name="Text Box 97"/>
              <p:cNvSpPr txBox="1">
                <a:spLocks noChangeArrowheads="1"/>
              </p:cNvSpPr>
              <p:nvPr/>
            </p:nvSpPr>
            <p:spPr bwMode="auto">
              <a:xfrm>
                <a:off x="1066" y="2432"/>
                <a:ext cx="272" cy="323"/>
              </a:xfrm>
              <a:prstGeom prst="rect">
                <a:avLst/>
              </a:prstGeom>
              <a:noFill/>
              <a:ln w="9525">
                <a:noFill/>
                <a:miter lim="800000"/>
                <a:headEnd/>
                <a:tailEnd/>
              </a:ln>
              <a:effectLst/>
            </p:spPr>
            <p:txBody>
              <a:bodyPr>
                <a:spAutoFit/>
              </a:bodyPr>
              <a:lstStyle/>
              <a:p>
                <a:pPr>
                  <a:spcBef>
                    <a:spcPct val="50000"/>
                  </a:spcBef>
                </a:pPr>
                <a:r>
                  <a:rPr lang="en-US" altLang="zh-CN" dirty="0"/>
                  <a:t>G</a:t>
                </a:r>
              </a:p>
            </p:txBody>
          </p:sp>
        </p:grpSp>
        <p:grpSp>
          <p:nvGrpSpPr>
            <p:cNvPr id="73" name="Group 98"/>
            <p:cNvGrpSpPr>
              <a:grpSpLocks/>
            </p:cNvGrpSpPr>
            <p:nvPr/>
          </p:nvGrpSpPr>
          <p:grpSpPr bwMode="auto">
            <a:xfrm>
              <a:off x="1471543" y="6026622"/>
              <a:ext cx="435828" cy="421425"/>
              <a:chOff x="1020" y="2387"/>
              <a:chExt cx="318" cy="368"/>
            </a:xfrm>
          </p:grpSpPr>
          <p:sp>
            <p:nvSpPr>
              <p:cNvPr id="84" name="Oval 99"/>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85" name="Text Box 100"/>
              <p:cNvSpPr txBox="1">
                <a:spLocks noChangeArrowheads="1"/>
              </p:cNvSpPr>
              <p:nvPr/>
            </p:nvSpPr>
            <p:spPr bwMode="auto">
              <a:xfrm>
                <a:off x="1066" y="2432"/>
                <a:ext cx="272" cy="323"/>
              </a:xfrm>
              <a:prstGeom prst="rect">
                <a:avLst/>
              </a:prstGeom>
              <a:noFill/>
              <a:ln w="9525">
                <a:noFill/>
                <a:miter lim="800000"/>
                <a:headEnd/>
                <a:tailEnd/>
              </a:ln>
              <a:effectLst/>
            </p:spPr>
            <p:txBody>
              <a:bodyPr>
                <a:spAutoFit/>
              </a:bodyPr>
              <a:lstStyle/>
              <a:p>
                <a:pPr>
                  <a:spcBef>
                    <a:spcPct val="50000"/>
                  </a:spcBef>
                </a:pPr>
                <a:r>
                  <a:rPr lang="en-US" altLang="zh-CN" dirty="0"/>
                  <a:t>H</a:t>
                </a:r>
              </a:p>
            </p:txBody>
          </p:sp>
        </p:grpSp>
        <p:grpSp>
          <p:nvGrpSpPr>
            <p:cNvPr id="74" name="Group 101"/>
            <p:cNvGrpSpPr>
              <a:grpSpLocks/>
            </p:cNvGrpSpPr>
            <p:nvPr/>
          </p:nvGrpSpPr>
          <p:grpSpPr bwMode="auto">
            <a:xfrm>
              <a:off x="2029348" y="6541953"/>
              <a:ext cx="435828" cy="421425"/>
              <a:chOff x="1020" y="2387"/>
              <a:chExt cx="318" cy="368"/>
            </a:xfrm>
          </p:grpSpPr>
          <p:sp>
            <p:nvSpPr>
              <p:cNvPr id="82" name="Oval 102"/>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83" name="Text Box 103"/>
              <p:cNvSpPr txBox="1">
                <a:spLocks noChangeArrowheads="1"/>
              </p:cNvSpPr>
              <p:nvPr/>
            </p:nvSpPr>
            <p:spPr bwMode="auto">
              <a:xfrm>
                <a:off x="1066" y="2432"/>
                <a:ext cx="272" cy="323"/>
              </a:xfrm>
              <a:prstGeom prst="rect">
                <a:avLst/>
              </a:prstGeom>
              <a:noFill/>
              <a:ln w="9525">
                <a:noFill/>
                <a:miter lim="800000"/>
                <a:headEnd/>
                <a:tailEnd/>
              </a:ln>
              <a:effectLst/>
            </p:spPr>
            <p:txBody>
              <a:bodyPr>
                <a:spAutoFit/>
              </a:bodyPr>
              <a:lstStyle/>
              <a:p>
                <a:pPr>
                  <a:spcBef>
                    <a:spcPct val="50000"/>
                  </a:spcBef>
                </a:pPr>
                <a:r>
                  <a:rPr lang="en-US" altLang="zh-CN" dirty="0"/>
                  <a:t>I</a:t>
                </a:r>
              </a:p>
            </p:txBody>
          </p:sp>
        </p:grpSp>
        <p:sp>
          <p:nvSpPr>
            <p:cNvPr id="75" name="Line 107"/>
            <p:cNvSpPr>
              <a:spLocks noChangeShapeType="1"/>
            </p:cNvSpPr>
            <p:nvPr/>
          </p:nvSpPr>
          <p:spPr bwMode="auto">
            <a:xfrm flipH="1">
              <a:off x="1160433" y="4000803"/>
              <a:ext cx="309739" cy="311489"/>
            </a:xfrm>
            <a:prstGeom prst="line">
              <a:avLst/>
            </a:prstGeom>
            <a:noFill/>
            <a:ln w="9525">
              <a:solidFill>
                <a:schemeClr val="tx1"/>
              </a:solidFill>
              <a:round/>
              <a:headEnd/>
              <a:tailEnd type="triangle" w="med" len="med"/>
            </a:ln>
            <a:effectLst/>
          </p:spPr>
          <p:txBody>
            <a:bodyPr/>
            <a:lstStyle/>
            <a:p>
              <a:endParaRPr lang="zh-CN" altLang="en-US"/>
            </a:p>
          </p:txBody>
        </p:sp>
        <p:sp>
          <p:nvSpPr>
            <p:cNvPr id="76" name="Line 108"/>
            <p:cNvSpPr>
              <a:spLocks noChangeShapeType="1"/>
            </p:cNvSpPr>
            <p:nvPr/>
          </p:nvSpPr>
          <p:spPr bwMode="auto">
            <a:xfrm flipH="1">
              <a:off x="1719608" y="5663602"/>
              <a:ext cx="435828" cy="415700"/>
            </a:xfrm>
            <a:prstGeom prst="line">
              <a:avLst/>
            </a:prstGeom>
            <a:noFill/>
            <a:ln w="9525">
              <a:solidFill>
                <a:schemeClr val="tx1"/>
              </a:solidFill>
              <a:round/>
              <a:headEnd/>
              <a:tailEnd type="triangle" w="med" len="med"/>
            </a:ln>
            <a:effectLst/>
          </p:spPr>
          <p:txBody>
            <a:bodyPr/>
            <a:lstStyle/>
            <a:p>
              <a:endParaRPr lang="zh-CN" altLang="en-US"/>
            </a:p>
          </p:txBody>
        </p:sp>
        <p:sp>
          <p:nvSpPr>
            <p:cNvPr id="77" name="Line 111"/>
            <p:cNvSpPr>
              <a:spLocks noChangeShapeType="1"/>
            </p:cNvSpPr>
            <p:nvPr/>
          </p:nvSpPr>
          <p:spPr bwMode="auto">
            <a:xfrm flipH="1">
              <a:off x="2278784" y="5143691"/>
              <a:ext cx="123348" cy="311489"/>
            </a:xfrm>
            <a:prstGeom prst="line">
              <a:avLst/>
            </a:prstGeom>
            <a:noFill/>
            <a:ln w="9525">
              <a:solidFill>
                <a:schemeClr val="tx1"/>
              </a:solidFill>
              <a:round/>
              <a:headEnd/>
              <a:tailEnd type="triangle" w="med" len="med"/>
            </a:ln>
            <a:effectLst/>
          </p:spPr>
          <p:txBody>
            <a:bodyPr/>
            <a:lstStyle/>
            <a:p>
              <a:endParaRPr lang="zh-CN" altLang="en-US"/>
            </a:p>
          </p:txBody>
        </p:sp>
        <p:sp>
          <p:nvSpPr>
            <p:cNvPr id="78" name="Line 112"/>
            <p:cNvSpPr>
              <a:spLocks noChangeShapeType="1"/>
            </p:cNvSpPr>
            <p:nvPr/>
          </p:nvSpPr>
          <p:spPr bwMode="auto">
            <a:xfrm>
              <a:off x="1718238" y="4000803"/>
              <a:ext cx="249436" cy="259956"/>
            </a:xfrm>
            <a:prstGeom prst="line">
              <a:avLst/>
            </a:prstGeom>
            <a:noFill/>
            <a:ln w="9525">
              <a:solidFill>
                <a:schemeClr val="tx1"/>
              </a:solidFill>
              <a:round/>
              <a:headEnd/>
              <a:tailEnd type="triangle" w="med" len="med"/>
            </a:ln>
            <a:effectLst/>
          </p:spPr>
          <p:txBody>
            <a:bodyPr/>
            <a:lstStyle/>
            <a:p>
              <a:endParaRPr lang="zh-CN" altLang="en-US"/>
            </a:p>
          </p:txBody>
        </p:sp>
        <p:sp>
          <p:nvSpPr>
            <p:cNvPr id="79" name="Line 113"/>
            <p:cNvSpPr>
              <a:spLocks noChangeShapeType="1"/>
            </p:cNvSpPr>
            <p:nvPr/>
          </p:nvSpPr>
          <p:spPr bwMode="auto">
            <a:xfrm>
              <a:off x="1220736" y="4572247"/>
              <a:ext cx="249436" cy="259956"/>
            </a:xfrm>
            <a:prstGeom prst="line">
              <a:avLst/>
            </a:prstGeom>
            <a:noFill/>
            <a:ln w="9525">
              <a:solidFill>
                <a:schemeClr val="tx1"/>
              </a:solidFill>
              <a:round/>
              <a:headEnd/>
              <a:tailEnd type="triangle" w="med" len="med"/>
            </a:ln>
            <a:effectLst/>
          </p:spPr>
          <p:txBody>
            <a:bodyPr/>
            <a:lstStyle/>
            <a:p>
              <a:endParaRPr lang="zh-CN" altLang="en-US"/>
            </a:p>
          </p:txBody>
        </p:sp>
        <p:sp>
          <p:nvSpPr>
            <p:cNvPr id="80" name="Line 114"/>
            <p:cNvSpPr>
              <a:spLocks noChangeShapeType="1"/>
            </p:cNvSpPr>
            <p:nvPr/>
          </p:nvSpPr>
          <p:spPr bwMode="auto">
            <a:xfrm>
              <a:off x="2152695" y="4572247"/>
              <a:ext cx="249436" cy="259956"/>
            </a:xfrm>
            <a:prstGeom prst="line">
              <a:avLst/>
            </a:prstGeom>
            <a:noFill/>
            <a:ln w="9525">
              <a:solidFill>
                <a:schemeClr val="tx1"/>
              </a:solidFill>
              <a:round/>
              <a:headEnd/>
              <a:tailEnd type="triangle" w="med" len="med"/>
            </a:ln>
            <a:effectLst/>
          </p:spPr>
          <p:txBody>
            <a:bodyPr/>
            <a:lstStyle/>
            <a:p>
              <a:endParaRPr lang="zh-CN" altLang="en-US"/>
            </a:p>
          </p:txBody>
        </p:sp>
        <p:sp>
          <p:nvSpPr>
            <p:cNvPr id="81" name="Line 115"/>
            <p:cNvSpPr>
              <a:spLocks noChangeShapeType="1"/>
            </p:cNvSpPr>
            <p:nvPr/>
          </p:nvSpPr>
          <p:spPr bwMode="auto">
            <a:xfrm>
              <a:off x="1842956" y="6286580"/>
              <a:ext cx="249436" cy="259956"/>
            </a:xfrm>
            <a:prstGeom prst="line">
              <a:avLst/>
            </a:prstGeom>
            <a:noFill/>
            <a:ln w="9525">
              <a:solidFill>
                <a:schemeClr val="tx1"/>
              </a:solidFill>
              <a:round/>
              <a:headEnd/>
              <a:tailEnd type="triangle" w="med" len="med"/>
            </a:ln>
            <a:effectLst/>
          </p:spPr>
          <p:txBody>
            <a:bodyPr/>
            <a:lstStyle/>
            <a:p>
              <a:endParaRPr lang="zh-CN" altLang="en-US"/>
            </a:p>
          </p:txBody>
        </p:sp>
      </p:grpSp>
      <p:grpSp>
        <p:nvGrpSpPr>
          <p:cNvPr id="98" name="组合 97"/>
          <p:cNvGrpSpPr/>
          <p:nvPr/>
        </p:nvGrpSpPr>
        <p:grpSpPr>
          <a:xfrm>
            <a:off x="6447140" y="1285863"/>
            <a:ext cx="2649256" cy="1794370"/>
            <a:chOff x="4643439" y="1772869"/>
            <a:chExt cx="2649256" cy="1794370"/>
          </a:xfrm>
        </p:grpSpPr>
        <p:grpSp>
          <p:nvGrpSpPr>
            <p:cNvPr id="99" name="Group 8"/>
            <p:cNvGrpSpPr>
              <a:grpSpLocks/>
            </p:cNvGrpSpPr>
            <p:nvPr/>
          </p:nvGrpSpPr>
          <p:grpSpPr bwMode="auto">
            <a:xfrm>
              <a:off x="5160886" y="1772869"/>
              <a:ext cx="363241" cy="428291"/>
              <a:chOff x="1020" y="2387"/>
              <a:chExt cx="318" cy="327"/>
            </a:xfrm>
          </p:grpSpPr>
          <p:sp>
            <p:nvSpPr>
              <p:cNvPr id="130" name="Oval 9"/>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131" name="Text Box 10"/>
              <p:cNvSpPr txBox="1">
                <a:spLocks noChangeArrowheads="1"/>
              </p:cNvSpPr>
              <p:nvPr/>
            </p:nvSpPr>
            <p:spPr bwMode="auto">
              <a:xfrm>
                <a:off x="1066" y="2432"/>
                <a:ext cx="272" cy="282"/>
              </a:xfrm>
              <a:prstGeom prst="rect">
                <a:avLst/>
              </a:prstGeom>
              <a:noFill/>
              <a:ln w="9525">
                <a:noFill/>
                <a:miter lim="800000"/>
                <a:headEnd/>
                <a:tailEnd/>
              </a:ln>
              <a:effectLst/>
            </p:spPr>
            <p:txBody>
              <a:bodyPr>
                <a:spAutoFit/>
              </a:bodyPr>
              <a:lstStyle/>
              <a:p>
                <a:pPr>
                  <a:spcBef>
                    <a:spcPct val="50000"/>
                  </a:spcBef>
                </a:pPr>
                <a:r>
                  <a:rPr lang="en-US" altLang="zh-CN" dirty="0"/>
                  <a:t>B</a:t>
                </a:r>
              </a:p>
            </p:txBody>
          </p:sp>
        </p:grpSp>
        <p:grpSp>
          <p:nvGrpSpPr>
            <p:cNvPr id="100" name="Group 11"/>
            <p:cNvGrpSpPr>
              <a:grpSpLocks/>
            </p:cNvGrpSpPr>
            <p:nvPr/>
          </p:nvGrpSpPr>
          <p:grpSpPr bwMode="auto">
            <a:xfrm>
              <a:off x="5783421" y="1772869"/>
              <a:ext cx="363241" cy="428291"/>
              <a:chOff x="1020" y="2387"/>
              <a:chExt cx="318" cy="327"/>
            </a:xfrm>
          </p:grpSpPr>
          <p:sp>
            <p:nvSpPr>
              <p:cNvPr id="128" name="Oval 12"/>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129" name="Text Box 13"/>
              <p:cNvSpPr txBox="1">
                <a:spLocks noChangeArrowheads="1"/>
              </p:cNvSpPr>
              <p:nvPr/>
            </p:nvSpPr>
            <p:spPr bwMode="auto">
              <a:xfrm>
                <a:off x="1066" y="2432"/>
                <a:ext cx="272" cy="282"/>
              </a:xfrm>
              <a:prstGeom prst="rect">
                <a:avLst/>
              </a:prstGeom>
              <a:noFill/>
              <a:ln w="9525">
                <a:noFill/>
                <a:miter lim="800000"/>
                <a:headEnd/>
                <a:tailEnd/>
              </a:ln>
              <a:effectLst/>
            </p:spPr>
            <p:txBody>
              <a:bodyPr>
                <a:spAutoFit/>
              </a:bodyPr>
              <a:lstStyle/>
              <a:p>
                <a:pPr>
                  <a:spcBef>
                    <a:spcPct val="50000"/>
                  </a:spcBef>
                </a:pPr>
                <a:r>
                  <a:rPr lang="en-US" altLang="zh-CN" dirty="0"/>
                  <a:t>C</a:t>
                </a:r>
              </a:p>
            </p:txBody>
          </p:sp>
        </p:grpSp>
        <p:grpSp>
          <p:nvGrpSpPr>
            <p:cNvPr id="101" name="Group 14"/>
            <p:cNvGrpSpPr>
              <a:grpSpLocks/>
            </p:cNvGrpSpPr>
            <p:nvPr/>
          </p:nvGrpSpPr>
          <p:grpSpPr bwMode="auto">
            <a:xfrm>
              <a:off x="4643439" y="2485378"/>
              <a:ext cx="363241" cy="428291"/>
              <a:chOff x="1020" y="2387"/>
              <a:chExt cx="318" cy="327"/>
            </a:xfrm>
          </p:grpSpPr>
          <p:sp>
            <p:nvSpPr>
              <p:cNvPr id="126" name="Oval 15"/>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127" name="Text Box 16"/>
              <p:cNvSpPr txBox="1">
                <a:spLocks noChangeArrowheads="1"/>
              </p:cNvSpPr>
              <p:nvPr/>
            </p:nvSpPr>
            <p:spPr bwMode="auto">
              <a:xfrm>
                <a:off x="1066" y="2432"/>
                <a:ext cx="272" cy="282"/>
              </a:xfrm>
              <a:prstGeom prst="rect">
                <a:avLst/>
              </a:prstGeom>
              <a:noFill/>
              <a:ln w="9525">
                <a:noFill/>
                <a:miter lim="800000"/>
                <a:headEnd/>
                <a:tailEnd/>
              </a:ln>
              <a:effectLst/>
            </p:spPr>
            <p:txBody>
              <a:bodyPr>
                <a:spAutoFit/>
              </a:bodyPr>
              <a:lstStyle/>
              <a:p>
                <a:pPr>
                  <a:spcBef>
                    <a:spcPct val="50000"/>
                  </a:spcBef>
                </a:pPr>
                <a:r>
                  <a:rPr lang="en-US" altLang="zh-CN" dirty="0"/>
                  <a:t>E</a:t>
                </a:r>
              </a:p>
            </p:txBody>
          </p:sp>
        </p:grpSp>
        <p:grpSp>
          <p:nvGrpSpPr>
            <p:cNvPr id="102" name="Group 17"/>
            <p:cNvGrpSpPr>
              <a:grpSpLocks/>
            </p:cNvGrpSpPr>
            <p:nvPr/>
          </p:nvGrpSpPr>
          <p:grpSpPr bwMode="auto">
            <a:xfrm>
              <a:off x="6404814" y="1772869"/>
              <a:ext cx="363241" cy="428291"/>
              <a:chOff x="1020" y="2387"/>
              <a:chExt cx="318" cy="327"/>
            </a:xfrm>
          </p:grpSpPr>
          <p:sp>
            <p:nvSpPr>
              <p:cNvPr id="124" name="Oval 18"/>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125" name="Text Box 19"/>
              <p:cNvSpPr txBox="1">
                <a:spLocks noChangeArrowheads="1"/>
              </p:cNvSpPr>
              <p:nvPr/>
            </p:nvSpPr>
            <p:spPr bwMode="auto">
              <a:xfrm>
                <a:off x="1066" y="2432"/>
                <a:ext cx="272" cy="282"/>
              </a:xfrm>
              <a:prstGeom prst="rect">
                <a:avLst/>
              </a:prstGeom>
              <a:noFill/>
              <a:ln w="9525">
                <a:noFill/>
                <a:miter lim="800000"/>
                <a:headEnd/>
                <a:tailEnd/>
              </a:ln>
              <a:effectLst/>
            </p:spPr>
            <p:txBody>
              <a:bodyPr>
                <a:spAutoFit/>
              </a:bodyPr>
              <a:lstStyle/>
              <a:p>
                <a:pPr>
                  <a:spcBef>
                    <a:spcPct val="50000"/>
                  </a:spcBef>
                </a:pPr>
                <a:r>
                  <a:rPr lang="en-US" altLang="zh-CN" dirty="0"/>
                  <a:t>D</a:t>
                </a:r>
              </a:p>
            </p:txBody>
          </p:sp>
        </p:grpSp>
        <p:grpSp>
          <p:nvGrpSpPr>
            <p:cNvPr id="103" name="Group 20"/>
            <p:cNvGrpSpPr>
              <a:grpSpLocks/>
            </p:cNvGrpSpPr>
            <p:nvPr/>
          </p:nvGrpSpPr>
          <p:grpSpPr bwMode="auto">
            <a:xfrm>
              <a:off x="5368778" y="2480139"/>
              <a:ext cx="363241" cy="428291"/>
              <a:chOff x="1020" y="2387"/>
              <a:chExt cx="318" cy="327"/>
            </a:xfrm>
          </p:grpSpPr>
          <p:sp>
            <p:nvSpPr>
              <p:cNvPr id="122" name="Oval 21"/>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123" name="Text Box 22"/>
              <p:cNvSpPr txBox="1">
                <a:spLocks noChangeArrowheads="1"/>
              </p:cNvSpPr>
              <p:nvPr/>
            </p:nvSpPr>
            <p:spPr bwMode="auto">
              <a:xfrm>
                <a:off x="1066" y="2432"/>
                <a:ext cx="272" cy="282"/>
              </a:xfrm>
              <a:prstGeom prst="rect">
                <a:avLst/>
              </a:prstGeom>
              <a:noFill/>
              <a:ln w="9525">
                <a:noFill/>
                <a:miter lim="800000"/>
                <a:headEnd/>
                <a:tailEnd/>
              </a:ln>
              <a:effectLst/>
            </p:spPr>
            <p:txBody>
              <a:bodyPr>
                <a:spAutoFit/>
              </a:bodyPr>
              <a:lstStyle/>
              <a:p>
                <a:pPr>
                  <a:spcBef>
                    <a:spcPct val="50000"/>
                  </a:spcBef>
                </a:pPr>
                <a:r>
                  <a:rPr lang="en-US" altLang="zh-CN" dirty="0"/>
                  <a:t>F</a:t>
                </a:r>
              </a:p>
            </p:txBody>
          </p:sp>
        </p:grpSp>
        <p:grpSp>
          <p:nvGrpSpPr>
            <p:cNvPr id="104" name="Group 23"/>
            <p:cNvGrpSpPr>
              <a:grpSpLocks/>
            </p:cNvGrpSpPr>
            <p:nvPr/>
          </p:nvGrpSpPr>
          <p:grpSpPr bwMode="auto">
            <a:xfrm>
              <a:off x="6404814" y="2485378"/>
              <a:ext cx="363241" cy="428291"/>
              <a:chOff x="1020" y="2387"/>
              <a:chExt cx="318" cy="327"/>
            </a:xfrm>
          </p:grpSpPr>
          <p:sp>
            <p:nvSpPr>
              <p:cNvPr id="120" name="Oval 24"/>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121" name="Text Box 25"/>
              <p:cNvSpPr txBox="1">
                <a:spLocks noChangeArrowheads="1"/>
              </p:cNvSpPr>
              <p:nvPr/>
            </p:nvSpPr>
            <p:spPr bwMode="auto">
              <a:xfrm>
                <a:off x="1066" y="2432"/>
                <a:ext cx="272" cy="282"/>
              </a:xfrm>
              <a:prstGeom prst="rect">
                <a:avLst/>
              </a:prstGeom>
              <a:noFill/>
              <a:ln w="9525">
                <a:noFill/>
                <a:miter lim="800000"/>
                <a:headEnd/>
                <a:tailEnd/>
              </a:ln>
              <a:effectLst/>
            </p:spPr>
            <p:txBody>
              <a:bodyPr>
                <a:spAutoFit/>
              </a:bodyPr>
              <a:lstStyle/>
              <a:p>
                <a:pPr>
                  <a:spcBef>
                    <a:spcPct val="50000"/>
                  </a:spcBef>
                </a:pPr>
                <a:r>
                  <a:rPr lang="en-US" altLang="zh-CN" dirty="0"/>
                  <a:t>G</a:t>
                </a:r>
              </a:p>
            </p:txBody>
          </p:sp>
        </p:grpSp>
        <p:grpSp>
          <p:nvGrpSpPr>
            <p:cNvPr id="105" name="Group 26"/>
            <p:cNvGrpSpPr>
              <a:grpSpLocks/>
            </p:cNvGrpSpPr>
            <p:nvPr/>
          </p:nvGrpSpPr>
          <p:grpSpPr bwMode="auto">
            <a:xfrm>
              <a:off x="5937627" y="3138948"/>
              <a:ext cx="363241" cy="428291"/>
              <a:chOff x="1020" y="2387"/>
              <a:chExt cx="318" cy="327"/>
            </a:xfrm>
          </p:grpSpPr>
          <p:sp>
            <p:nvSpPr>
              <p:cNvPr id="118" name="Oval 27"/>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119" name="Text Box 28"/>
              <p:cNvSpPr txBox="1">
                <a:spLocks noChangeArrowheads="1"/>
              </p:cNvSpPr>
              <p:nvPr/>
            </p:nvSpPr>
            <p:spPr bwMode="auto">
              <a:xfrm>
                <a:off x="1066" y="2432"/>
                <a:ext cx="272" cy="282"/>
              </a:xfrm>
              <a:prstGeom prst="rect">
                <a:avLst/>
              </a:prstGeom>
              <a:noFill/>
              <a:ln w="9525">
                <a:noFill/>
                <a:miter lim="800000"/>
                <a:headEnd/>
                <a:tailEnd/>
              </a:ln>
              <a:effectLst/>
            </p:spPr>
            <p:txBody>
              <a:bodyPr>
                <a:spAutoFit/>
              </a:bodyPr>
              <a:lstStyle/>
              <a:p>
                <a:pPr>
                  <a:spcBef>
                    <a:spcPct val="50000"/>
                  </a:spcBef>
                </a:pPr>
                <a:r>
                  <a:rPr lang="en-US" altLang="zh-CN" dirty="0"/>
                  <a:t>H</a:t>
                </a:r>
              </a:p>
            </p:txBody>
          </p:sp>
        </p:grpSp>
        <p:grpSp>
          <p:nvGrpSpPr>
            <p:cNvPr id="106" name="Group 29"/>
            <p:cNvGrpSpPr>
              <a:grpSpLocks/>
            </p:cNvGrpSpPr>
            <p:nvPr/>
          </p:nvGrpSpPr>
          <p:grpSpPr bwMode="auto">
            <a:xfrm>
              <a:off x="6929454" y="3138948"/>
              <a:ext cx="363241" cy="428291"/>
              <a:chOff x="1020" y="2387"/>
              <a:chExt cx="318" cy="327"/>
            </a:xfrm>
          </p:grpSpPr>
          <p:sp>
            <p:nvSpPr>
              <p:cNvPr id="116" name="Oval 30"/>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117" name="Text Box 31"/>
              <p:cNvSpPr txBox="1">
                <a:spLocks noChangeArrowheads="1"/>
              </p:cNvSpPr>
              <p:nvPr/>
            </p:nvSpPr>
            <p:spPr bwMode="auto">
              <a:xfrm>
                <a:off x="1066" y="2432"/>
                <a:ext cx="272" cy="282"/>
              </a:xfrm>
              <a:prstGeom prst="rect">
                <a:avLst/>
              </a:prstGeom>
              <a:noFill/>
              <a:ln w="9525">
                <a:noFill/>
                <a:miter lim="800000"/>
                <a:headEnd/>
                <a:tailEnd/>
              </a:ln>
              <a:effectLst/>
            </p:spPr>
            <p:txBody>
              <a:bodyPr>
                <a:spAutoFit/>
              </a:bodyPr>
              <a:lstStyle/>
              <a:p>
                <a:pPr>
                  <a:spcBef>
                    <a:spcPct val="50000"/>
                  </a:spcBef>
                </a:pPr>
                <a:r>
                  <a:rPr lang="en-US" altLang="zh-CN" dirty="0"/>
                  <a:t>I</a:t>
                </a:r>
              </a:p>
            </p:txBody>
          </p:sp>
        </p:grpSp>
        <p:sp>
          <p:nvSpPr>
            <p:cNvPr id="107" name="Line 35"/>
            <p:cNvSpPr>
              <a:spLocks noChangeShapeType="1"/>
            </p:cNvSpPr>
            <p:nvPr/>
          </p:nvSpPr>
          <p:spPr bwMode="auto">
            <a:xfrm flipH="1">
              <a:off x="4902734" y="2068871"/>
              <a:ext cx="362099" cy="416503"/>
            </a:xfrm>
            <a:prstGeom prst="line">
              <a:avLst/>
            </a:prstGeom>
            <a:noFill/>
            <a:ln w="9525">
              <a:solidFill>
                <a:schemeClr val="tx1"/>
              </a:solidFill>
              <a:round/>
              <a:headEnd/>
              <a:tailEnd/>
            </a:ln>
            <a:effectLst/>
          </p:spPr>
          <p:txBody>
            <a:bodyPr/>
            <a:lstStyle/>
            <a:p>
              <a:endParaRPr lang="zh-CN" altLang="en-US"/>
            </a:p>
          </p:txBody>
        </p:sp>
        <p:sp>
          <p:nvSpPr>
            <p:cNvPr id="108" name="Line 36"/>
            <p:cNvSpPr>
              <a:spLocks noChangeShapeType="1"/>
            </p:cNvSpPr>
            <p:nvPr/>
          </p:nvSpPr>
          <p:spPr bwMode="auto">
            <a:xfrm>
              <a:off x="5420180" y="2129120"/>
              <a:ext cx="207893" cy="356254"/>
            </a:xfrm>
            <a:prstGeom prst="line">
              <a:avLst/>
            </a:prstGeom>
            <a:noFill/>
            <a:ln w="9525">
              <a:solidFill>
                <a:schemeClr val="tx1"/>
              </a:solidFill>
              <a:round/>
              <a:headEnd/>
              <a:tailEnd/>
            </a:ln>
            <a:effectLst/>
          </p:spPr>
          <p:txBody>
            <a:bodyPr/>
            <a:lstStyle/>
            <a:p>
              <a:endParaRPr lang="zh-CN" altLang="en-US"/>
            </a:p>
          </p:txBody>
        </p:sp>
        <p:sp>
          <p:nvSpPr>
            <p:cNvPr id="109" name="Line 37"/>
            <p:cNvSpPr>
              <a:spLocks noChangeShapeType="1"/>
            </p:cNvSpPr>
            <p:nvPr/>
          </p:nvSpPr>
          <p:spPr bwMode="auto">
            <a:xfrm>
              <a:off x="6560162" y="2129120"/>
              <a:ext cx="0" cy="296006"/>
            </a:xfrm>
            <a:prstGeom prst="line">
              <a:avLst/>
            </a:prstGeom>
            <a:noFill/>
            <a:ln w="9525">
              <a:solidFill>
                <a:schemeClr val="tx1"/>
              </a:solidFill>
              <a:round/>
              <a:headEnd/>
              <a:tailEnd/>
            </a:ln>
            <a:effectLst/>
          </p:spPr>
          <p:txBody>
            <a:bodyPr/>
            <a:lstStyle/>
            <a:p>
              <a:endParaRPr lang="zh-CN" altLang="en-US"/>
            </a:p>
          </p:txBody>
        </p:sp>
        <p:sp>
          <p:nvSpPr>
            <p:cNvPr id="110" name="Line 38"/>
            <p:cNvSpPr>
              <a:spLocks noChangeShapeType="1"/>
            </p:cNvSpPr>
            <p:nvPr/>
          </p:nvSpPr>
          <p:spPr bwMode="auto">
            <a:xfrm flipH="1">
              <a:off x="6249466" y="2782690"/>
              <a:ext cx="310697" cy="356254"/>
            </a:xfrm>
            <a:prstGeom prst="line">
              <a:avLst/>
            </a:prstGeom>
            <a:noFill/>
            <a:ln w="9525">
              <a:solidFill>
                <a:schemeClr val="tx1"/>
              </a:solidFill>
              <a:round/>
              <a:headEnd/>
              <a:tailEnd/>
            </a:ln>
            <a:effectLst/>
          </p:spPr>
          <p:txBody>
            <a:bodyPr/>
            <a:lstStyle/>
            <a:p>
              <a:endParaRPr lang="zh-CN" altLang="en-US"/>
            </a:p>
          </p:txBody>
        </p:sp>
        <p:sp>
          <p:nvSpPr>
            <p:cNvPr id="111" name="Line 39"/>
            <p:cNvSpPr>
              <a:spLocks noChangeShapeType="1"/>
            </p:cNvSpPr>
            <p:nvPr/>
          </p:nvSpPr>
          <p:spPr bwMode="auto">
            <a:xfrm>
              <a:off x="6664109" y="2841629"/>
              <a:ext cx="259295" cy="356254"/>
            </a:xfrm>
            <a:prstGeom prst="line">
              <a:avLst/>
            </a:prstGeom>
            <a:noFill/>
            <a:ln w="9525">
              <a:solidFill>
                <a:schemeClr val="tx1"/>
              </a:solidFill>
              <a:round/>
              <a:headEnd/>
              <a:tailEnd/>
            </a:ln>
            <a:effectLst/>
          </p:spPr>
          <p:txBody>
            <a:bodyPr/>
            <a:lstStyle/>
            <a:p>
              <a:endParaRPr lang="zh-CN" altLang="en-US"/>
            </a:p>
          </p:txBody>
        </p:sp>
        <p:cxnSp>
          <p:nvCxnSpPr>
            <p:cNvPr id="112" name="直接连接符 111"/>
            <p:cNvCxnSpPr/>
            <p:nvPr/>
          </p:nvCxnSpPr>
          <p:spPr>
            <a:xfrm>
              <a:off x="5524127" y="1983082"/>
              <a:ext cx="311838" cy="1588"/>
            </a:xfrm>
            <a:prstGeom prst="line">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a:xfrm flipV="1">
              <a:off x="6146662" y="1950993"/>
              <a:ext cx="258152" cy="32089"/>
            </a:xfrm>
            <a:prstGeom prst="line">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flipV="1">
              <a:off x="5006680" y="2658263"/>
              <a:ext cx="362098" cy="37328"/>
            </a:xfrm>
            <a:prstGeom prst="line">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a:off x="6300868" y="3349161"/>
              <a:ext cx="675079" cy="1588"/>
            </a:xfrm>
            <a:prstGeom prst="line">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
        <p:nvSpPr>
          <p:cNvPr id="132" name="右箭头 131"/>
          <p:cNvSpPr/>
          <p:nvPr/>
        </p:nvSpPr>
        <p:spPr>
          <a:xfrm>
            <a:off x="5238744" y="2071678"/>
            <a:ext cx="642942" cy="71438"/>
          </a:xfrm>
          <a:prstGeom prst="rightArrow">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3" name="右箭头 132"/>
          <p:cNvSpPr/>
          <p:nvPr/>
        </p:nvSpPr>
        <p:spPr>
          <a:xfrm rot="5400000">
            <a:off x="7810512" y="3571876"/>
            <a:ext cx="642942" cy="71438"/>
          </a:xfrm>
          <a:prstGeom prst="rightArrow">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4" name="右箭头 133"/>
          <p:cNvSpPr/>
          <p:nvPr/>
        </p:nvSpPr>
        <p:spPr>
          <a:xfrm rot="10800000">
            <a:off x="5310182" y="4857760"/>
            <a:ext cx="642942" cy="71438"/>
          </a:xfrm>
          <a:prstGeom prst="rightArrow">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4278489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Exercise</a:t>
            </a:r>
            <a:endParaRPr lang="zh-CN" altLang="en-US" dirty="0"/>
          </a:p>
        </p:txBody>
      </p:sp>
      <p:sp>
        <p:nvSpPr>
          <p:cNvPr id="3" name="内容占位符 2"/>
          <p:cNvSpPr>
            <a:spLocks noGrp="1"/>
          </p:cNvSpPr>
          <p:nvPr>
            <p:ph idx="1"/>
          </p:nvPr>
        </p:nvSpPr>
        <p:spPr/>
        <p:txBody>
          <a:bodyPr/>
          <a:lstStyle/>
          <a:p>
            <a:r>
              <a:rPr lang="en-US" altLang="zh-CN" dirty="0"/>
              <a:t>Convert each of the following orchards into a binary tree</a:t>
            </a:r>
            <a:r>
              <a:rPr lang="en-US" altLang="zh-CN" dirty="0" smtClean="0"/>
              <a:t>.</a:t>
            </a:r>
          </a:p>
          <a:p>
            <a:endParaRPr lang="en-US" altLang="zh-CN" dirty="0"/>
          </a:p>
          <a:p>
            <a:endParaRPr lang="en-US" altLang="zh-CN" dirty="0" smtClean="0"/>
          </a:p>
          <a:p>
            <a:endParaRPr lang="en-US" altLang="zh-CN" dirty="0" smtClean="0"/>
          </a:p>
        </p:txBody>
      </p:sp>
      <p:pic>
        <p:nvPicPr>
          <p:cNvPr id="5" name="图片 4"/>
          <p:cNvPicPr>
            <a:picLocks noChangeAspect="1"/>
          </p:cNvPicPr>
          <p:nvPr/>
        </p:nvPicPr>
        <p:blipFill>
          <a:blip r:embed="rId2"/>
          <a:stretch>
            <a:fillRect/>
          </a:stretch>
        </p:blipFill>
        <p:spPr>
          <a:xfrm>
            <a:off x="4399087" y="1544530"/>
            <a:ext cx="1768921" cy="896660"/>
          </a:xfrm>
          <a:prstGeom prst="rect">
            <a:avLst/>
          </a:prstGeom>
        </p:spPr>
      </p:pic>
      <p:pic>
        <p:nvPicPr>
          <p:cNvPr id="6" name="图片 5"/>
          <p:cNvPicPr>
            <a:picLocks noChangeAspect="1"/>
          </p:cNvPicPr>
          <p:nvPr/>
        </p:nvPicPr>
        <p:blipFill>
          <a:blip r:embed="rId3"/>
          <a:stretch>
            <a:fillRect/>
          </a:stretch>
        </p:blipFill>
        <p:spPr>
          <a:xfrm>
            <a:off x="4571239" y="2996952"/>
            <a:ext cx="1383888" cy="839514"/>
          </a:xfrm>
          <a:prstGeom prst="rect">
            <a:avLst/>
          </a:prstGeom>
        </p:spPr>
      </p:pic>
      <p:pic>
        <p:nvPicPr>
          <p:cNvPr id="7" name="图片 6"/>
          <p:cNvPicPr>
            <a:picLocks noChangeAspect="1"/>
          </p:cNvPicPr>
          <p:nvPr/>
        </p:nvPicPr>
        <p:blipFill>
          <a:blip r:embed="rId4"/>
          <a:stretch>
            <a:fillRect/>
          </a:stretch>
        </p:blipFill>
        <p:spPr>
          <a:xfrm>
            <a:off x="3917397" y="4437112"/>
            <a:ext cx="2691572" cy="839514"/>
          </a:xfrm>
          <a:prstGeom prst="rect">
            <a:avLst/>
          </a:prstGeom>
        </p:spPr>
      </p:pic>
    </p:spTree>
    <p:extLst>
      <p:ext uri="{BB962C8B-B14F-4D97-AF65-F5344CB8AC3E}">
        <p14:creationId xmlns:p14="http://schemas.microsoft.com/office/powerpoint/2010/main" val="7029630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Forest Traverse</a:t>
            </a:r>
            <a:endParaRPr lang="zh-CN" altLang="en-US" dirty="0"/>
          </a:p>
        </p:txBody>
      </p:sp>
      <p:sp>
        <p:nvSpPr>
          <p:cNvPr id="3" name="内容占位符 2"/>
          <p:cNvSpPr>
            <a:spLocks noGrp="1"/>
          </p:cNvSpPr>
          <p:nvPr>
            <p:ph idx="1"/>
          </p:nvPr>
        </p:nvSpPr>
        <p:spPr/>
        <p:txBody>
          <a:bodyPr/>
          <a:lstStyle/>
          <a:p>
            <a:r>
              <a:rPr lang="en-US" altLang="zh-CN" dirty="0" smtClean="0"/>
              <a:t>Preorder traverse: First root then children</a:t>
            </a:r>
          </a:p>
          <a:p>
            <a:endParaRPr lang="en-US" altLang="zh-CN" dirty="0" smtClean="0"/>
          </a:p>
          <a:p>
            <a:endParaRPr lang="en-US" altLang="zh-CN" dirty="0" smtClean="0"/>
          </a:p>
          <a:p>
            <a:endParaRPr lang="en-US" altLang="zh-CN" dirty="0" smtClean="0"/>
          </a:p>
          <a:p>
            <a:endParaRPr lang="en-US" altLang="zh-CN" dirty="0" smtClean="0"/>
          </a:p>
          <a:p>
            <a:endParaRPr lang="en-US" altLang="zh-CN" dirty="0" smtClean="0"/>
          </a:p>
          <a:p>
            <a:endParaRPr lang="en-US" altLang="zh-CN" dirty="0" smtClean="0"/>
          </a:p>
          <a:p>
            <a:endParaRPr lang="en-US" altLang="zh-CN" dirty="0" smtClean="0"/>
          </a:p>
          <a:p>
            <a:endParaRPr lang="en-US" altLang="zh-CN" dirty="0" smtClean="0"/>
          </a:p>
          <a:p>
            <a:pPr>
              <a:buNone/>
            </a:pPr>
            <a:r>
              <a:rPr lang="en-US" altLang="zh-CN" dirty="0" smtClean="0"/>
              <a:t>	Preorder: BEFCDGHI		    Preorder: BEFCDGHI</a:t>
            </a:r>
          </a:p>
          <a:p>
            <a:endParaRPr lang="en-US" altLang="zh-CN" sz="1600" dirty="0" smtClean="0"/>
          </a:p>
          <a:p>
            <a:r>
              <a:rPr lang="en-US" altLang="zh-CN" dirty="0" smtClean="0"/>
              <a:t>Preorder traversal of the orchard is equivalent to the preorder traversal of the corresponding binary tree</a:t>
            </a:r>
            <a:endParaRPr lang="zh-CN" altLang="en-US" dirty="0"/>
          </a:p>
        </p:txBody>
      </p:sp>
      <p:grpSp>
        <p:nvGrpSpPr>
          <p:cNvPr id="72" name="组合 71"/>
          <p:cNvGrpSpPr/>
          <p:nvPr/>
        </p:nvGrpSpPr>
        <p:grpSpPr>
          <a:xfrm>
            <a:off x="6126504" y="1573408"/>
            <a:ext cx="1804986" cy="3221388"/>
            <a:chOff x="909626" y="3741990"/>
            <a:chExt cx="1804986" cy="3221388"/>
          </a:xfrm>
        </p:grpSpPr>
        <p:grpSp>
          <p:nvGrpSpPr>
            <p:cNvPr id="73" name="Group 80"/>
            <p:cNvGrpSpPr>
              <a:grpSpLocks/>
            </p:cNvGrpSpPr>
            <p:nvPr/>
          </p:nvGrpSpPr>
          <p:grpSpPr bwMode="auto">
            <a:xfrm>
              <a:off x="1407128" y="3741990"/>
              <a:ext cx="435828" cy="421425"/>
              <a:chOff x="1020" y="2387"/>
              <a:chExt cx="318" cy="368"/>
            </a:xfrm>
          </p:grpSpPr>
          <p:sp>
            <p:nvSpPr>
              <p:cNvPr id="100" name="Oval 81"/>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101" name="Text Box 82"/>
              <p:cNvSpPr txBox="1">
                <a:spLocks noChangeArrowheads="1"/>
              </p:cNvSpPr>
              <p:nvPr/>
            </p:nvSpPr>
            <p:spPr bwMode="auto">
              <a:xfrm>
                <a:off x="1066" y="2432"/>
                <a:ext cx="272" cy="323"/>
              </a:xfrm>
              <a:prstGeom prst="rect">
                <a:avLst/>
              </a:prstGeom>
              <a:noFill/>
              <a:ln w="9525">
                <a:noFill/>
                <a:miter lim="800000"/>
                <a:headEnd/>
                <a:tailEnd/>
              </a:ln>
              <a:effectLst/>
            </p:spPr>
            <p:txBody>
              <a:bodyPr>
                <a:spAutoFit/>
              </a:bodyPr>
              <a:lstStyle/>
              <a:p>
                <a:pPr>
                  <a:spcBef>
                    <a:spcPct val="50000"/>
                  </a:spcBef>
                </a:pPr>
                <a:r>
                  <a:rPr lang="en-US" altLang="zh-CN" dirty="0"/>
                  <a:t>B</a:t>
                </a:r>
              </a:p>
            </p:txBody>
          </p:sp>
        </p:grpSp>
        <p:grpSp>
          <p:nvGrpSpPr>
            <p:cNvPr id="74" name="Group 83"/>
            <p:cNvGrpSpPr>
              <a:grpSpLocks/>
            </p:cNvGrpSpPr>
            <p:nvPr/>
          </p:nvGrpSpPr>
          <p:grpSpPr bwMode="auto">
            <a:xfrm>
              <a:off x="1781282" y="4260756"/>
              <a:ext cx="435828" cy="421425"/>
              <a:chOff x="1020" y="2387"/>
              <a:chExt cx="318" cy="368"/>
            </a:xfrm>
          </p:grpSpPr>
          <p:sp>
            <p:nvSpPr>
              <p:cNvPr id="98" name="Oval 84"/>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99" name="Text Box 85"/>
              <p:cNvSpPr txBox="1">
                <a:spLocks noChangeArrowheads="1"/>
              </p:cNvSpPr>
              <p:nvPr/>
            </p:nvSpPr>
            <p:spPr bwMode="auto">
              <a:xfrm>
                <a:off x="1066" y="2432"/>
                <a:ext cx="272" cy="323"/>
              </a:xfrm>
              <a:prstGeom prst="rect">
                <a:avLst/>
              </a:prstGeom>
              <a:noFill/>
              <a:ln w="9525">
                <a:noFill/>
                <a:miter lim="800000"/>
                <a:headEnd/>
                <a:tailEnd/>
              </a:ln>
              <a:effectLst/>
            </p:spPr>
            <p:txBody>
              <a:bodyPr>
                <a:spAutoFit/>
              </a:bodyPr>
              <a:lstStyle/>
              <a:p>
                <a:pPr>
                  <a:spcBef>
                    <a:spcPct val="50000"/>
                  </a:spcBef>
                </a:pPr>
                <a:r>
                  <a:rPr lang="en-US" altLang="zh-CN" dirty="0"/>
                  <a:t>C</a:t>
                </a:r>
              </a:p>
            </p:txBody>
          </p:sp>
        </p:grpSp>
        <p:sp>
          <p:nvSpPr>
            <p:cNvPr id="75" name="Oval 87"/>
            <p:cNvSpPr>
              <a:spLocks noChangeArrowheads="1"/>
            </p:cNvSpPr>
            <p:nvPr/>
          </p:nvSpPr>
          <p:spPr bwMode="auto">
            <a:xfrm>
              <a:off x="909626" y="4260758"/>
              <a:ext cx="435828" cy="311488"/>
            </a:xfrm>
            <a:prstGeom prst="ellipse">
              <a:avLst/>
            </a:prstGeom>
            <a:solidFill>
              <a:schemeClr val="accent1"/>
            </a:solidFill>
            <a:ln w="9525">
              <a:solidFill>
                <a:schemeClr val="tx1"/>
              </a:solidFill>
              <a:round/>
              <a:headEnd/>
              <a:tailEnd/>
            </a:ln>
            <a:effectLst/>
          </p:spPr>
          <p:txBody>
            <a:bodyPr wrap="none" anchor="ctr"/>
            <a:lstStyle/>
            <a:p>
              <a:r>
                <a:rPr lang="en-US" altLang="zh-CN" dirty="0"/>
                <a:t>E</a:t>
              </a:r>
              <a:endParaRPr lang="zh-CN" altLang="en-US" dirty="0"/>
            </a:p>
          </p:txBody>
        </p:sp>
        <p:grpSp>
          <p:nvGrpSpPr>
            <p:cNvPr id="76" name="Group 89"/>
            <p:cNvGrpSpPr>
              <a:grpSpLocks/>
            </p:cNvGrpSpPr>
            <p:nvPr/>
          </p:nvGrpSpPr>
          <p:grpSpPr bwMode="auto">
            <a:xfrm>
              <a:off x="2278784" y="4832201"/>
              <a:ext cx="435828" cy="421425"/>
              <a:chOff x="1020" y="2387"/>
              <a:chExt cx="318" cy="368"/>
            </a:xfrm>
          </p:grpSpPr>
          <p:sp>
            <p:nvSpPr>
              <p:cNvPr id="96" name="Oval 90"/>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97" name="Text Box 91"/>
              <p:cNvSpPr txBox="1">
                <a:spLocks noChangeArrowheads="1"/>
              </p:cNvSpPr>
              <p:nvPr/>
            </p:nvSpPr>
            <p:spPr bwMode="auto">
              <a:xfrm>
                <a:off x="1066" y="2432"/>
                <a:ext cx="272" cy="323"/>
              </a:xfrm>
              <a:prstGeom prst="rect">
                <a:avLst/>
              </a:prstGeom>
              <a:noFill/>
              <a:ln w="9525">
                <a:noFill/>
                <a:miter lim="800000"/>
                <a:headEnd/>
                <a:tailEnd/>
              </a:ln>
              <a:effectLst/>
            </p:spPr>
            <p:txBody>
              <a:bodyPr>
                <a:spAutoFit/>
              </a:bodyPr>
              <a:lstStyle/>
              <a:p>
                <a:pPr>
                  <a:spcBef>
                    <a:spcPct val="50000"/>
                  </a:spcBef>
                </a:pPr>
                <a:r>
                  <a:rPr lang="en-US" altLang="zh-CN" dirty="0"/>
                  <a:t>D</a:t>
                </a:r>
              </a:p>
            </p:txBody>
          </p:sp>
        </p:grpSp>
        <p:grpSp>
          <p:nvGrpSpPr>
            <p:cNvPr id="77" name="Group 92"/>
            <p:cNvGrpSpPr>
              <a:grpSpLocks/>
            </p:cNvGrpSpPr>
            <p:nvPr/>
          </p:nvGrpSpPr>
          <p:grpSpPr bwMode="auto">
            <a:xfrm>
              <a:off x="1345454" y="4827620"/>
              <a:ext cx="435828" cy="421425"/>
              <a:chOff x="1020" y="2387"/>
              <a:chExt cx="318" cy="368"/>
            </a:xfrm>
          </p:grpSpPr>
          <p:sp>
            <p:nvSpPr>
              <p:cNvPr id="94" name="Oval 93"/>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95" name="Text Box 94"/>
              <p:cNvSpPr txBox="1">
                <a:spLocks noChangeArrowheads="1"/>
              </p:cNvSpPr>
              <p:nvPr/>
            </p:nvSpPr>
            <p:spPr bwMode="auto">
              <a:xfrm>
                <a:off x="1066" y="2432"/>
                <a:ext cx="272" cy="323"/>
              </a:xfrm>
              <a:prstGeom prst="rect">
                <a:avLst/>
              </a:prstGeom>
              <a:noFill/>
              <a:ln w="9525">
                <a:noFill/>
                <a:miter lim="800000"/>
                <a:headEnd/>
                <a:tailEnd/>
              </a:ln>
              <a:effectLst/>
            </p:spPr>
            <p:txBody>
              <a:bodyPr>
                <a:spAutoFit/>
              </a:bodyPr>
              <a:lstStyle/>
              <a:p>
                <a:pPr>
                  <a:spcBef>
                    <a:spcPct val="50000"/>
                  </a:spcBef>
                </a:pPr>
                <a:r>
                  <a:rPr lang="en-US" altLang="zh-CN" dirty="0"/>
                  <a:t>F</a:t>
                </a:r>
              </a:p>
            </p:txBody>
          </p:sp>
        </p:grpSp>
        <p:grpSp>
          <p:nvGrpSpPr>
            <p:cNvPr id="78" name="Group 95"/>
            <p:cNvGrpSpPr>
              <a:grpSpLocks/>
            </p:cNvGrpSpPr>
            <p:nvPr/>
          </p:nvGrpSpPr>
          <p:grpSpPr bwMode="auto">
            <a:xfrm>
              <a:off x="2029348" y="5403645"/>
              <a:ext cx="435828" cy="421425"/>
              <a:chOff x="1020" y="2387"/>
              <a:chExt cx="318" cy="368"/>
            </a:xfrm>
          </p:grpSpPr>
          <p:sp>
            <p:nvSpPr>
              <p:cNvPr id="92" name="Oval 96"/>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93" name="Text Box 97"/>
              <p:cNvSpPr txBox="1">
                <a:spLocks noChangeArrowheads="1"/>
              </p:cNvSpPr>
              <p:nvPr/>
            </p:nvSpPr>
            <p:spPr bwMode="auto">
              <a:xfrm>
                <a:off x="1066" y="2432"/>
                <a:ext cx="272" cy="323"/>
              </a:xfrm>
              <a:prstGeom prst="rect">
                <a:avLst/>
              </a:prstGeom>
              <a:noFill/>
              <a:ln w="9525">
                <a:noFill/>
                <a:miter lim="800000"/>
                <a:headEnd/>
                <a:tailEnd/>
              </a:ln>
              <a:effectLst/>
            </p:spPr>
            <p:txBody>
              <a:bodyPr>
                <a:spAutoFit/>
              </a:bodyPr>
              <a:lstStyle/>
              <a:p>
                <a:pPr>
                  <a:spcBef>
                    <a:spcPct val="50000"/>
                  </a:spcBef>
                </a:pPr>
                <a:r>
                  <a:rPr lang="en-US" altLang="zh-CN" dirty="0"/>
                  <a:t>G</a:t>
                </a:r>
              </a:p>
            </p:txBody>
          </p:sp>
        </p:grpSp>
        <p:grpSp>
          <p:nvGrpSpPr>
            <p:cNvPr id="79" name="Group 98"/>
            <p:cNvGrpSpPr>
              <a:grpSpLocks/>
            </p:cNvGrpSpPr>
            <p:nvPr/>
          </p:nvGrpSpPr>
          <p:grpSpPr bwMode="auto">
            <a:xfrm>
              <a:off x="1471543" y="6026622"/>
              <a:ext cx="435828" cy="421425"/>
              <a:chOff x="1020" y="2387"/>
              <a:chExt cx="318" cy="368"/>
            </a:xfrm>
          </p:grpSpPr>
          <p:sp>
            <p:nvSpPr>
              <p:cNvPr id="90" name="Oval 99"/>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91" name="Text Box 100"/>
              <p:cNvSpPr txBox="1">
                <a:spLocks noChangeArrowheads="1"/>
              </p:cNvSpPr>
              <p:nvPr/>
            </p:nvSpPr>
            <p:spPr bwMode="auto">
              <a:xfrm>
                <a:off x="1066" y="2432"/>
                <a:ext cx="272" cy="323"/>
              </a:xfrm>
              <a:prstGeom prst="rect">
                <a:avLst/>
              </a:prstGeom>
              <a:noFill/>
              <a:ln w="9525">
                <a:noFill/>
                <a:miter lim="800000"/>
                <a:headEnd/>
                <a:tailEnd/>
              </a:ln>
              <a:effectLst/>
            </p:spPr>
            <p:txBody>
              <a:bodyPr>
                <a:spAutoFit/>
              </a:bodyPr>
              <a:lstStyle/>
              <a:p>
                <a:pPr>
                  <a:spcBef>
                    <a:spcPct val="50000"/>
                  </a:spcBef>
                </a:pPr>
                <a:r>
                  <a:rPr lang="en-US" altLang="zh-CN" dirty="0"/>
                  <a:t>H</a:t>
                </a:r>
              </a:p>
            </p:txBody>
          </p:sp>
        </p:grpSp>
        <p:grpSp>
          <p:nvGrpSpPr>
            <p:cNvPr id="80" name="Group 101"/>
            <p:cNvGrpSpPr>
              <a:grpSpLocks/>
            </p:cNvGrpSpPr>
            <p:nvPr/>
          </p:nvGrpSpPr>
          <p:grpSpPr bwMode="auto">
            <a:xfrm>
              <a:off x="2029348" y="6541953"/>
              <a:ext cx="435828" cy="421425"/>
              <a:chOff x="1020" y="2387"/>
              <a:chExt cx="318" cy="368"/>
            </a:xfrm>
          </p:grpSpPr>
          <p:sp>
            <p:nvSpPr>
              <p:cNvPr id="88" name="Oval 102"/>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89" name="Text Box 103"/>
              <p:cNvSpPr txBox="1">
                <a:spLocks noChangeArrowheads="1"/>
              </p:cNvSpPr>
              <p:nvPr/>
            </p:nvSpPr>
            <p:spPr bwMode="auto">
              <a:xfrm>
                <a:off x="1066" y="2432"/>
                <a:ext cx="272" cy="323"/>
              </a:xfrm>
              <a:prstGeom prst="rect">
                <a:avLst/>
              </a:prstGeom>
              <a:noFill/>
              <a:ln w="9525">
                <a:noFill/>
                <a:miter lim="800000"/>
                <a:headEnd/>
                <a:tailEnd/>
              </a:ln>
              <a:effectLst/>
            </p:spPr>
            <p:txBody>
              <a:bodyPr>
                <a:spAutoFit/>
              </a:bodyPr>
              <a:lstStyle/>
              <a:p>
                <a:pPr>
                  <a:spcBef>
                    <a:spcPct val="50000"/>
                  </a:spcBef>
                </a:pPr>
                <a:r>
                  <a:rPr lang="en-US" altLang="zh-CN" dirty="0"/>
                  <a:t>I</a:t>
                </a:r>
              </a:p>
            </p:txBody>
          </p:sp>
        </p:grpSp>
        <p:sp>
          <p:nvSpPr>
            <p:cNvPr id="81" name="Line 107"/>
            <p:cNvSpPr>
              <a:spLocks noChangeShapeType="1"/>
            </p:cNvSpPr>
            <p:nvPr/>
          </p:nvSpPr>
          <p:spPr bwMode="auto">
            <a:xfrm flipH="1">
              <a:off x="1160433" y="4000803"/>
              <a:ext cx="309739" cy="311489"/>
            </a:xfrm>
            <a:prstGeom prst="line">
              <a:avLst/>
            </a:prstGeom>
            <a:noFill/>
            <a:ln w="9525">
              <a:solidFill>
                <a:schemeClr val="tx1"/>
              </a:solidFill>
              <a:round/>
              <a:headEnd/>
              <a:tailEnd type="triangle" w="med" len="med"/>
            </a:ln>
            <a:effectLst/>
          </p:spPr>
          <p:txBody>
            <a:bodyPr/>
            <a:lstStyle/>
            <a:p>
              <a:endParaRPr lang="zh-CN" altLang="en-US"/>
            </a:p>
          </p:txBody>
        </p:sp>
        <p:sp>
          <p:nvSpPr>
            <p:cNvPr id="82" name="Line 108"/>
            <p:cNvSpPr>
              <a:spLocks noChangeShapeType="1"/>
            </p:cNvSpPr>
            <p:nvPr/>
          </p:nvSpPr>
          <p:spPr bwMode="auto">
            <a:xfrm flipH="1">
              <a:off x="1719608" y="5663602"/>
              <a:ext cx="435828" cy="415700"/>
            </a:xfrm>
            <a:prstGeom prst="line">
              <a:avLst/>
            </a:prstGeom>
            <a:noFill/>
            <a:ln w="9525">
              <a:solidFill>
                <a:schemeClr val="tx1"/>
              </a:solidFill>
              <a:round/>
              <a:headEnd/>
              <a:tailEnd type="triangle" w="med" len="med"/>
            </a:ln>
            <a:effectLst/>
          </p:spPr>
          <p:txBody>
            <a:bodyPr/>
            <a:lstStyle/>
            <a:p>
              <a:endParaRPr lang="zh-CN" altLang="en-US"/>
            </a:p>
          </p:txBody>
        </p:sp>
        <p:sp>
          <p:nvSpPr>
            <p:cNvPr id="83" name="Line 111"/>
            <p:cNvSpPr>
              <a:spLocks noChangeShapeType="1"/>
            </p:cNvSpPr>
            <p:nvPr/>
          </p:nvSpPr>
          <p:spPr bwMode="auto">
            <a:xfrm flipH="1">
              <a:off x="2278784" y="5143691"/>
              <a:ext cx="123348" cy="311489"/>
            </a:xfrm>
            <a:prstGeom prst="line">
              <a:avLst/>
            </a:prstGeom>
            <a:noFill/>
            <a:ln w="9525">
              <a:solidFill>
                <a:schemeClr val="tx1"/>
              </a:solidFill>
              <a:round/>
              <a:headEnd/>
              <a:tailEnd type="triangle" w="med" len="med"/>
            </a:ln>
            <a:effectLst/>
          </p:spPr>
          <p:txBody>
            <a:bodyPr/>
            <a:lstStyle/>
            <a:p>
              <a:endParaRPr lang="zh-CN" altLang="en-US"/>
            </a:p>
          </p:txBody>
        </p:sp>
        <p:sp>
          <p:nvSpPr>
            <p:cNvPr id="84" name="Line 112"/>
            <p:cNvSpPr>
              <a:spLocks noChangeShapeType="1"/>
            </p:cNvSpPr>
            <p:nvPr/>
          </p:nvSpPr>
          <p:spPr bwMode="auto">
            <a:xfrm>
              <a:off x="1718238" y="4000803"/>
              <a:ext cx="249436" cy="259956"/>
            </a:xfrm>
            <a:prstGeom prst="line">
              <a:avLst/>
            </a:prstGeom>
            <a:noFill/>
            <a:ln w="9525">
              <a:solidFill>
                <a:schemeClr val="tx1"/>
              </a:solidFill>
              <a:round/>
              <a:headEnd/>
              <a:tailEnd type="triangle" w="med" len="med"/>
            </a:ln>
            <a:effectLst/>
          </p:spPr>
          <p:txBody>
            <a:bodyPr/>
            <a:lstStyle/>
            <a:p>
              <a:endParaRPr lang="zh-CN" altLang="en-US"/>
            </a:p>
          </p:txBody>
        </p:sp>
        <p:sp>
          <p:nvSpPr>
            <p:cNvPr id="85" name="Line 113"/>
            <p:cNvSpPr>
              <a:spLocks noChangeShapeType="1"/>
            </p:cNvSpPr>
            <p:nvPr/>
          </p:nvSpPr>
          <p:spPr bwMode="auto">
            <a:xfrm>
              <a:off x="1220736" y="4572247"/>
              <a:ext cx="249436" cy="259956"/>
            </a:xfrm>
            <a:prstGeom prst="line">
              <a:avLst/>
            </a:prstGeom>
            <a:noFill/>
            <a:ln w="9525">
              <a:solidFill>
                <a:schemeClr val="tx1"/>
              </a:solidFill>
              <a:round/>
              <a:headEnd/>
              <a:tailEnd type="triangle" w="med" len="med"/>
            </a:ln>
            <a:effectLst/>
          </p:spPr>
          <p:txBody>
            <a:bodyPr/>
            <a:lstStyle/>
            <a:p>
              <a:endParaRPr lang="zh-CN" altLang="en-US"/>
            </a:p>
          </p:txBody>
        </p:sp>
        <p:sp>
          <p:nvSpPr>
            <p:cNvPr id="86" name="Line 114"/>
            <p:cNvSpPr>
              <a:spLocks noChangeShapeType="1"/>
            </p:cNvSpPr>
            <p:nvPr/>
          </p:nvSpPr>
          <p:spPr bwMode="auto">
            <a:xfrm>
              <a:off x="2152695" y="4572247"/>
              <a:ext cx="249436" cy="259956"/>
            </a:xfrm>
            <a:prstGeom prst="line">
              <a:avLst/>
            </a:prstGeom>
            <a:noFill/>
            <a:ln w="9525">
              <a:solidFill>
                <a:schemeClr val="tx1"/>
              </a:solidFill>
              <a:round/>
              <a:headEnd/>
              <a:tailEnd type="triangle" w="med" len="med"/>
            </a:ln>
            <a:effectLst/>
          </p:spPr>
          <p:txBody>
            <a:bodyPr/>
            <a:lstStyle/>
            <a:p>
              <a:endParaRPr lang="zh-CN" altLang="en-US"/>
            </a:p>
          </p:txBody>
        </p:sp>
        <p:sp>
          <p:nvSpPr>
            <p:cNvPr id="87" name="Line 115"/>
            <p:cNvSpPr>
              <a:spLocks noChangeShapeType="1"/>
            </p:cNvSpPr>
            <p:nvPr/>
          </p:nvSpPr>
          <p:spPr bwMode="auto">
            <a:xfrm>
              <a:off x="1842956" y="6286580"/>
              <a:ext cx="249436" cy="259956"/>
            </a:xfrm>
            <a:prstGeom prst="line">
              <a:avLst/>
            </a:prstGeom>
            <a:noFill/>
            <a:ln w="9525">
              <a:solidFill>
                <a:schemeClr val="tx1"/>
              </a:solidFill>
              <a:round/>
              <a:headEnd/>
              <a:tailEnd type="triangle" w="med" len="med"/>
            </a:ln>
            <a:effectLst/>
          </p:spPr>
          <p:txBody>
            <a:bodyPr/>
            <a:lstStyle/>
            <a:p>
              <a:endParaRPr lang="zh-CN" altLang="en-US"/>
            </a:p>
          </p:txBody>
        </p:sp>
      </p:grpSp>
      <p:grpSp>
        <p:nvGrpSpPr>
          <p:cNvPr id="102" name="组合 127"/>
          <p:cNvGrpSpPr/>
          <p:nvPr/>
        </p:nvGrpSpPr>
        <p:grpSpPr>
          <a:xfrm>
            <a:off x="1199456" y="2531845"/>
            <a:ext cx="2643205" cy="1794370"/>
            <a:chOff x="1071539" y="1772869"/>
            <a:chExt cx="2643205" cy="1794370"/>
          </a:xfrm>
        </p:grpSpPr>
        <p:grpSp>
          <p:nvGrpSpPr>
            <p:cNvPr id="103" name="Group 8"/>
            <p:cNvGrpSpPr>
              <a:grpSpLocks/>
            </p:cNvGrpSpPr>
            <p:nvPr/>
          </p:nvGrpSpPr>
          <p:grpSpPr bwMode="auto">
            <a:xfrm>
              <a:off x="1588986" y="1772869"/>
              <a:ext cx="363241" cy="428291"/>
              <a:chOff x="1020" y="2387"/>
              <a:chExt cx="318" cy="327"/>
            </a:xfrm>
          </p:grpSpPr>
          <p:sp>
            <p:nvSpPr>
              <p:cNvPr id="130" name="Oval 9"/>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131" name="Text Box 10"/>
              <p:cNvSpPr txBox="1">
                <a:spLocks noChangeArrowheads="1"/>
              </p:cNvSpPr>
              <p:nvPr/>
            </p:nvSpPr>
            <p:spPr bwMode="auto">
              <a:xfrm>
                <a:off x="1066" y="2432"/>
                <a:ext cx="272" cy="282"/>
              </a:xfrm>
              <a:prstGeom prst="rect">
                <a:avLst/>
              </a:prstGeom>
              <a:noFill/>
              <a:ln w="9525">
                <a:noFill/>
                <a:miter lim="800000"/>
                <a:headEnd/>
                <a:tailEnd/>
              </a:ln>
              <a:effectLst/>
            </p:spPr>
            <p:txBody>
              <a:bodyPr>
                <a:spAutoFit/>
              </a:bodyPr>
              <a:lstStyle/>
              <a:p>
                <a:pPr>
                  <a:spcBef>
                    <a:spcPct val="50000"/>
                  </a:spcBef>
                </a:pPr>
                <a:r>
                  <a:rPr lang="en-US" altLang="zh-CN" dirty="0"/>
                  <a:t>B</a:t>
                </a:r>
              </a:p>
            </p:txBody>
          </p:sp>
        </p:grpSp>
        <p:grpSp>
          <p:nvGrpSpPr>
            <p:cNvPr id="104" name="Group 11"/>
            <p:cNvGrpSpPr>
              <a:grpSpLocks/>
            </p:cNvGrpSpPr>
            <p:nvPr/>
          </p:nvGrpSpPr>
          <p:grpSpPr bwMode="auto">
            <a:xfrm>
              <a:off x="2211521" y="1772869"/>
              <a:ext cx="363241" cy="428291"/>
              <a:chOff x="1020" y="2387"/>
              <a:chExt cx="318" cy="327"/>
            </a:xfrm>
          </p:grpSpPr>
          <p:sp>
            <p:nvSpPr>
              <p:cNvPr id="128" name="Oval 12"/>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129" name="Text Box 13"/>
              <p:cNvSpPr txBox="1">
                <a:spLocks noChangeArrowheads="1"/>
              </p:cNvSpPr>
              <p:nvPr/>
            </p:nvSpPr>
            <p:spPr bwMode="auto">
              <a:xfrm>
                <a:off x="1066" y="2432"/>
                <a:ext cx="272" cy="282"/>
              </a:xfrm>
              <a:prstGeom prst="rect">
                <a:avLst/>
              </a:prstGeom>
              <a:noFill/>
              <a:ln w="9525">
                <a:noFill/>
                <a:miter lim="800000"/>
                <a:headEnd/>
                <a:tailEnd/>
              </a:ln>
              <a:effectLst/>
            </p:spPr>
            <p:txBody>
              <a:bodyPr>
                <a:spAutoFit/>
              </a:bodyPr>
              <a:lstStyle/>
              <a:p>
                <a:pPr>
                  <a:spcBef>
                    <a:spcPct val="50000"/>
                  </a:spcBef>
                </a:pPr>
                <a:r>
                  <a:rPr lang="en-US" altLang="zh-CN" dirty="0"/>
                  <a:t>C</a:t>
                </a:r>
              </a:p>
            </p:txBody>
          </p:sp>
        </p:grpSp>
        <p:grpSp>
          <p:nvGrpSpPr>
            <p:cNvPr id="105" name="Group 14"/>
            <p:cNvGrpSpPr>
              <a:grpSpLocks/>
            </p:cNvGrpSpPr>
            <p:nvPr/>
          </p:nvGrpSpPr>
          <p:grpSpPr bwMode="auto">
            <a:xfrm>
              <a:off x="1071539" y="2485378"/>
              <a:ext cx="363241" cy="428291"/>
              <a:chOff x="1020" y="2387"/>
              <a:chExt cx="318" cy="327"/>
            </a:xfrm>
          </p:grpSpPr>
          <p:sp>
            <p:nvSpPr>
              <p:cNvPr id="126" name="Oval 15"/>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127" name="Text Box 16"/>
              <p:cNvSpPr txBox="1">
                <a:spLocks noChangeArrowheads="1"/>
              </p:cNvSpPr>
              <p:nvPr/>
            </p:nvSpPr>
            <p:spPr bwMode="auto">
              <a:xfrm>
                <a:off x="1066" y="2432"/>
                <a:ext cx="272" cy="282"/>
              </a:xfrm>
              <a:prstGeom prst="rect">
                <a:avLst/>
              </a:prstGeom>
              <a:noFill/>
              <a:ln w="9525">
                <a:noFill/>
                <a:miter lim="800000"/>
                <a:headEnd/>
                <a:tailEnd/>
              </a:ln>
              <a:effectLst/>
            </p:spPr>
            <p:txBody>
              <a:bodyPr>
                <a:spAutoFit/>
              </a:bodyPr>
              <a:lstStyle/>
              <a:p>
                <a:pPr>
                  <a:spcBef>
                    <a:spcPct val="50000"/>
                  </a:spcBef>
                </a:pPr>
                <a:r>
                  <a:rPr lang="en-US" altLang="zh-CN" dirty="0"/>
                  <a:t>E</a:t>
                </a:r>
              </a:p>
            </p:txBody>
          </p:sp>
        </p:grpSp>
        <p:grpSp>
          <p:nvGrpSpPr>
            <p:cNvPr id="106" name="Group 17"/>
            <p:cNvGrpSpPr>
              <a:grpSpLocks/>
            </p:cNvGrpSpPr>
            <p:nvPr/>
          </p:nvGrpSpPr>
          <p:grpSpPr bwMode="auto">
            <a:xfrm>
              <a:off x="2832914" y="1772869"/>
              <a:ext cx="363241" cy="428291"/>
              <a:chOff x="1020" y="2387"/>
              <a:chExt cx="318" cy="327"/>
            </a:xfrm>
          </p:grpSpPr>
          <p:sp>
            <p:nvSpPr>
              <p:cNvPr id="124" name="Oval 18"/>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125" name="Text Box 19"/>
              <p:cNvSpPr txBox="1">
                <a:spLocks noChangeArrowheads="1"/>
              </p:cNvSpPr>
              <p:nvPr/>
            </p:nvSpPr>
            <p:spPr bwMode="auto">
              <a:xfrm>
                <a:off x="1066" y="2432"/>
                <a:ext cx="272" cy="282"/>
              </a:xfrm>
              <a:prstGeom prst="rect">
                <a:avLst/>
              </a:prstGeom>
              <a:noFill/>
              <a:ln w="9525">
                <a:noFill/>
                <a:miter lim="800000"/>
                <a:headEnd/>
                <a:tailEnd/>
              </a:ln>
              <a:effectLst/>
            </p:spPr>
            <p:txBody>
              <a:bodyPr>
                <a:spAutoFit/>
              </a:bodyPr>
              <a:lstStyle/>
              <a:p>
                <a:pPr>
                  <a:spcBef>
                    <a:spcPct val="50000"/>
                  </a:spcBef>
                </a:pPr>
                <a:r>
                  <a:rPr lang="en-US" altLang="zh-CN" dirty="0"/>
                  <a:t>D</a:t>
                </a:r>
              </a:p>
            </p:txBody>
          </p:sp>
        </p:grpSp>
        <p:grpSp>
          <p:nvGrpSpPr>
            <p:cNvPr id="107" name="Group 20"/>
            <p:cNvGrpSpPr>
              <a:grpSpLocks/>
            </p:cNvGrpSpPr>
            <p:nvPr/>
          </p:nvGrpSpPr>
          <p:grpSpPr bwMode="auto">
            <a:xfrm>
              <a:off x="1796878" y="2480139"/>
              <a:ext cx="363241" cy="428291"/>
              <a:chOff x="1020" y="2387"/>
              <a:chExt cx="318" cy="327"/>
            </a:xfrm>
          </p:grpSpPr>
          <p:sp>
            <p:nvSpPr>
              <p:cNvPr id="122" name="Oval 21"/>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123" name="Text Box 22"/>
              <p:cNvSpPr txBox="1">
                <a:spLocks noChangeArrowheads="1"/>
              </p:cNvSpPr>
              <p:nvPr/>
            </p:nvSpPr>
            <p:spPr bwMode="auto">
              <a:xfrm>
                <a:off x="1066" y="2432"/>
                <a:ext cx="272" cy="282"/>
              </a:xfrm>
              <a:prstGeom prst="rect">
                <a:avLst/>
              </a:prstGeom>
              <a:noFill/>
              <a:ln w="9525">
                <a:noFill/>
                <a:miter lim="800000"/>
                <a:headEnd/>
                <a:tailEnd/>
              </a:ln>
              <a:effectLst/>
            </p:spPr>
            <p:txBody>
              <a:bodyPr>
                <a:spAutoFit/>
              </a:bodyPr>
              <a:lstStyle/>
              <a:p>
                <a:pPr>
                  <a:spcBef>
                    <a:spcPct val="50000"/>
                  </a:spcBef>
                </a:pPr>
                <a:r>
                  <a:rPr lang="en-US" altLang="zh-CN" dirty="0"/>
                  <a:t>F</a:t>
                </a:r>
              </a:p>
            </p:txBody>
          </p:sp>
        </p:grpSp>
        <p:grpSp>
          <p:nvGrpSpPr>
            <p:cNvPr id="108" name="Group 23"/>
            <p:cNvGrpSpPr>
              <a:grpSpLocks/>
            </p:cNvGrpSpPr>
            <p:nvPr/>
          </p:nvGrpSpPr>
          <p:grpSpPr bwMode="auto">
            <a:xfrm>
              <a:off x="2832914" y="2485378"/>
              <a:ext cx="363241" cy="428291"/>
              <a:chOff x="1020" y="2387"/>
              <a:chExt cx="318" cy="327"/>
            </a:xfrm>
          </p:grpSpPr>
          <p:sp>
            <p:nvSpPr>
              <p:cNvPr id="120" name="Oval 24"/>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121" name="Text Box 25"/>
              <p:cNvSpPr txBox="1">
                <a:spLocks noChangeArrowheads="1"/>
              </p:cNvSpPr>
              <p:nvPr/>
            </p:nvSpPr>
            <p:spPr bwMode="auto">
              <a:xfrm>
                <a:off x="1066" y="2432"/>
                <a:ext cx="272" cy="282"/>
              </a:xfrm>
              <a:prstGeom prst="rect">
                <a:avLst/>
              </a:prstGeom>
              <a:noFill/>
              <a:ln w="9525">
                <a:noFill/>
                <a:miter lim="800000"/>
                <a:headEnd/>
                <a:tailEnd/>
              </a:ln>
              <a:effectLst/>
            </p:spPr>
            <p:txBody>
              <a:bodyPr>
                <a:spAutoFit/>
              </a:bodyPr>
              <a:lstStyle/>
              <a:p>
                <a:pPr>
                  <a:spcBef>
                    <a:spcPct val="50000"/>
                  </a:spcBef>
                </a:pPr>
                <a:r>
                  <a:rPr lang="en-US" altLang="zh-CN" dirty="0"/>
                  <a:t>G</a:t>
                </a:r>
              </a:p>
            </p:txBody>
          </p:sp>
        </p:grpSp>
        <p:grpSp>
          <p:nvGrpSpPr>
            <p:cNvPr id="109" name="Group 26"/>
            <p:cNvGrpSpPr>
              <a:grpSpLocks/>
            </p:cNvGrpSpPr>
            <p:nvPr/>
          </p:nvGrpSpPr>
          <p:grpSpPr bwMode="auto">
            <a:xfrm>
              <a:off x="2365727" y="3138948"/>
              <a:ext cx="363241" cy="428291"/>
              <a:chOff x="1020" y="2387"/>
              <a:chExt cx="318" cy="327"/>
            </a:xfrm>
          </p:grpSpPr>
          <p:sp>
            <p:nvSpPr>
              <p:cNvPr id="118" name="Oval 27"/>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119" name="Text Box 28"/>
              <p:cNvSpPr txBox="1">
                <a:spLocks noChangeArrowheads="1"/>
              </p:cNvSpPr>
              <p:nvPr/>
            </p:nvSpPr>
            <p:spPr bwMode="auto">
              <a:xfrm>
                <a:off x="1066" y="2432"/>
                <a:ext cx="272" cy="282"/>
              </a:xfrm>
              <a:prstGeom prst="rect">
                <a:avLst/>
              </a:prstGeom>
              <a:noFill/>
              <a:ln w="9525">
                <a:noFill/>
                <a:miter lim="800000"/>
                <a:headEnd/>
                <a:tailEnd/>
              </a:ln>
              <a:effectLst/>
            </p:spPr>
            <p:txBody>
              <a:bodyPr>
                <a:spAutoFit/>
              </a:bodyPr>
              <a:lstStyle/>
              <a:p>
                <a:pPr>
                  <a:spcBef>
                    <a:spcPct val="50000"/>
                  </a:spcBef>
                </a:pPr>
                <a:r>
                  <a:rPr lang="en-US" altLang="zh-CN" dirty="0"/>
                  <a:t>H</a:t>
                </a:r>
              </a:p>
            </p:txBody>
          </p:sp>
        </p:grpSp>
        <p:grpSp>
          <p:nvGrpSpPr>
            <p:cNvPr id="110" name="Group 29"/>
            <p:cNvGrpSpPr>
              <a:grpSpLocks/>
            </p:cNvGrpSpPr>
            <p:nvPr/>
          </p:nvGrpSpPr>
          <p:grpSpPr bwMode="auto">
            <a:xfrm>
              <a:off x="3351503" y="3138948"/>
              <a:ext cx="363241" cy="428291"/>
              <a:chOff x="1020" y="2387"/>
              <a:chExt cx="318" cy="327"/>
            </a:xfrm>
          </p:grpSpPr>
          <p:sp>
            <p:nvSpPr>
              <p:cNvPr id="116" name="Oval 30"/>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117" name="Text Box 31"/>
              <p:cNvSpPr txBox="1">
                <a:spLocks noChangeArrowheads="1"/>
              </p:cNvSpPr>
              <p:nvPr/>
            </p:nvSpPr>
            <p:spPr bwMode="auto">
              <a:xfrm>
                <a:off x="1066" y="2432"/>
                <a:ext cx="272" cy="282"/>
              </a:xfrm>
              <a:prstGeom prst="rect">
                <a:avLst/>
              </a:prstGeom>
              <a:noFill/>
              <a:ln w="9525">
                <a:noFill/>
                <a:miter lim="800000"/>
                <a:headEnd/>
                <a:tailEnd/>
              </a:ln>
              <a:effectLst/>
            </p:spPr>
            <p:txBody>
              <a:bodyPr>
                <a:spAutoFit/>
              </a:bodyPr>
              <a:lstStyle/>
              <a:p>
                <a:pPr>
                  <a:spcBef>
                    <a:spcPct val="50000"/>
                  </a:spcBef>
                </a:pPr>
                <a:r>
                  <a:rPr lang="en-US" altLang="zh-CN" dirty="0"/>
                  <a:t>I</a:t>
                </a:r>
              </a:p>
            </p:txBody>
          </p:sp>
        </p:grpSp>
        <p:sp>
          <p:nvSpPr>
            <p:cNvPr id="111" name="Line 35"/>
            <p:cNvSpPr>
              <a:spLocks noChangeShapeType="1"/>
            </p:cNvSpPr>
            <p:nvPr/>
          </p:nvSpPr>
          <p:spPr bwMode="auto">
            <a:xfrm flipH="1">
              <a:off x="1330834" y="2068871"/>
              <a:ext cx="362099" cy="416503"/>
            </a:xfrm>
            <a:prstGeom prst="line">
              <a:avLst/>
            </a:prstGeom>
            <a:noFill/>
            <a:ln w="9525">
              <a:solidFill>
                <a:schemeClr val="tx1"/>
              </a:solidFill>
              <a:round/>
              <a:headEnd/>
              <a:tailEnd/>
            </a:ln>
            <a:effectLst/>
          </p:spPr>
          <p:txBody>
            <a:bodyPr/>
            <a:lstStyle/>
            <a:p>
              <a:endParaRPr lang="zh-CN" altLang="en-US"/>
            </a:p>
          </p:txBody>
        </p:sp>
        <p:sp>
          <p:nvSpPr>
            <p:cNvPr id="112" name="Line 36"/>
            <p:cNvSpPr>
              <a:spLocks noChangeShapeType="1"/>
            </p:cNvSpPr>
            <p:nvPr/>
          </p:nvSpPr>
          <p:spPr bwMode="auto">
            <a:xfrm>
              <a:off x="1848280" y="2129120"/>
              <a:ext cx="207893" cy="356254"/>
            </a:xfrm>
            <a:prstGeom prst="line">
              <a:avLst/>
            </a:prstGeom>
            <a:noFill/>
            <a:ln w="9525">
              <a:solidFill>
                <a:schemeClr val="tx1"/>
              </a:solidFill>
              <a:round/>
              <a:headEnd/>
              <a:tailEnd/>
            </a:ln>
            <a:effectLst/>
          </p:spPr>
          <p:txBody>
            <a:bodyPr/>
            <a:lstStyle/>
            <a:p>
              <a:endParaRPr lang="zh-CN" altLang="en-US"/>
            </a:p>
          </p:txBody>
        </p:sp>
        <p:sp>
          <p:nvSpPr>
            <p:cNvPr id="113" name="Line 37"/>
            <p:cNvSpPr>
              <a:spLocks noChangeShapeType="1"/>
            </p:cNvSpPr>
            <p:nvPr/>
          </p:nvSpPr>
          <p:spPr bwMode="auto">
            <a:xfrm>
              <a:off x="2988262" y="2129120"/>
              <a:ext cx="0" cy="296006"/>
            </a:xfrm>
            <a:prstGeom prst="line">
              <a:avLst/>
            </a:prstGeom>
            <a:noFill/>
            <a:ln w="9525">
              <a:solidFill>
                <a:schemeClr val="tx1"/>
              </a:solidFill>
              <a:round/>
              <a:headEnd/>
              <a:tailEnd/>
            </a:ln>
            <a:effectLst/>
          </p:spPr>
          <p:txBody>
            <a:bodyPr/>
            <a:lstStyle/>
            <a:p>
              <a:endParaRPr lang="zh-CN" altLang="en-US"/>
            </a:p>
          </p:txBody>
        </p:sp>
        <p:sp>
          <p:nvSpPr>
            <p:cNvPr id="114" name="Line 38"/>
            <p:cNvSpPr>
              <a:spLocks noChangeShapeType="1"/>
            </p:cNvSpPr>
            <p:nvPr/>
          </p:nvSpPr>
          <p:spPr bwMode="auto">
            <a:xfrm flipH="1">
              <a:off x="2677566" y="2782690"/>
              <a:ext cx="310697" cy="356254"/>
            </a:xfrm>
            <a:prstGeom prst="line">
              <a:avLst/>
            </a:prstGeom>
            <a:noFill/>
            <a:ln w="9525">
              <a:solidFill>
                <a:schemeClr val="tx1"/>
              </a:solidFill>
              <a:round/>
              <a:headEnd/>
              <a:tailEnd/>
            </a:ln>
            <a:effectLst/>
          </p:spPr>
          <p:txBody>
            <a:bodyPr/>
            <a:lstStyle/>
            <a:p>
              <a:endParaRPr lang="zh-CN" altLang="en-US"/>
            </a:p>
          </p:txBody>
        </p:sp>
        <p:sp>
          <p:nvSpPr>
            <p:cNvPr id="115" name="Line 39"/>
            <p:cNvSpPr>
              <a:spLocks noChangeShapeType="1"/>
            </p:cNvSpPr>
            <p:nvPr/>
          </p:nvSpPr>
          <p:spPr bwMode="auto">
            <a:xfrm>
              <a:off x="3092209" y="2841629"/>
              <a:ext cx="259295" cy="356254"/>
            </a:xfrm>
            <a:prstGeom prst="line">
              <a:avLst/>
            </a:prstGeom>
            <a:noFill/>
            <a:ln w="9525">
              <a:solidFill>
                <a:schemeClr val="tx1"/>
              </a:solidFill>
              <a:round/>
              <a:headEnd/>
              <a:tailEnd/>
            </a:ln>
            <a:effectLst/>
          </p:spPr>
          <p:txBody>
            <a:bodyPr/>
            <a:lstStyle/>
            <a:p>
              <a:endParaRPr lang="zh-CN" altLang="en-US"/>
            </a:p>
          </p:txBody>
        </p:sp>
      </p:grpSp>
    </p:spTree>
    <p:extLst>
      <p:ext uri="{BB962C8B-B14F-4D97-AF65-F5344CB8AC3E}">
        <p14:creationId xmlns:p14="http://schemas.microsoft.com/office/powerpoint/2010/main" val="121814913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Forest Traverse</a:t>
            </a:r>
            <a:endParaRPr lang="zh-CN" altLang="en-US" dirty="0"/>
          </a:p>
        </p:txBody>
      </p:sp>
      <p:sp>
        <p:nvSpPr>
          <p:cNvPr id="3" name="内容占位符 2"/>
          <p:cNvSpPr>
            <a:spLocks noGrp="1"/>
          </p:cNvSpPr>
          <p:nvPr>
            <p:ph idx="1"/>
          </p:nvPr>
        </p:nvSpPr>
        <p:spPr/>
        <p:txBody>
          <a:bodyPr/>
          <a:lstStyle/>
          <a:p>
            <a:r>
              <a:rPr lang="en-US" altLang="zh-CN" dirty="0" err="1" smtClean="0"/>
              <a:t>Postorder</a:t>
            </a:r>
            <a:r>
              <a:rPr lang="en-US" altLang="zh-CN" dirty="0" smtClean="0"/>
              <a:t> traverse: First children then root</a:t>
            </a:r>
          </a:p>
          <a:p>
            <a:pPr>
              <a:buNone/>
            </a:pPr>
            <a:endParaRPr lang="en-US" altLang="zh-CN" dirty="0" smtClean="0"/>
          </a:p>
          <a:p>
            <a:pPr>
              <a:buNone/>
            </a:pPr>
            <a:endParaRPr lang="en-US" altLang="zh-CN" dirty="0" smtClean="0"/>
          </a:p>
          <a:p>
            <a:pPr>
              <a:buNone/>
            </a:pPr>
            <a:endParaRPr lang="en-US" altLang="zh-CN" dirty="0" smtClean="0"/>
          </a:p>
          <a:p>
            <a:pPr>
              <a:buNone/>
            </a:pPr>
            <a:endParaRPr lang="en-US" altLang="zh-CN" dirty="0" smtClean="0"/>
          </a:p>
          <a:p>
            <a:pPr>
              <a:buNone/>
            </a:pPr>
            <a:endParaRPr lang="en-US" altLang="zh-CN" dirty="0" smtClean="0"/>
          </a:p>
          <a:p>
            <a:pPr>
              <a:buNone/>
            </a:pPr>
            <a:endParaRPr lang="en-US" altLang="zh-CN" dirty="0" smtClean="0"/>
          </a:p>
          <a:p>
            <a:pPr>
              <a:buNone/>
            </a:pPr>
            <a:endParaRPr lang="en-US" altLang="zh-CN" dirty="0" smtClean="0"/>
          </a:p>
          <a:p>
            <a:pPr>
              <a:buNone/>
            </a:pPr>
            <a:endParaRPr lang="en-US" altLang="zh-CN" dirty="0" smtClean="0"/>
          </a:p>
          <a:p>
            <a:pPr>
              <a:buNone/>
            </a:pPr>
            <a:r>
              <a:rPr lang="en-US" altLang="zh-CN" dirty="0" smtClean="0"/>
              <a:t>	</a:t>
            </a:r>
            <a:r>
              <a:rPr lang="en-US" altLang="zh-CN" dirty="0" err="1" smtClean="0"/>
              <a:t>Postorder</a:t>
            </a:r>
            <a:r>
              <a:rPr lang="en-US" altLang="zh-CN" dirty="0" smtClean="0"/>
              <a:t>: EFBCHIGD		    </a:t>
            </a:r>
            <a:r>
              <a:rPr lang="en-US" altLang="zh-CN" dirty="0" err="1" smtClean="0"/>
              <a:t>Inorder</a:t>
            </a:r>
            <a:r>
              <a:rPr lang="en-US" altLang="zh-CN" dirty="0" smtClean="0"/>
              <a:t>: EFBCHIGD</a:t>
            </a:r>
          </a:p>
          <a:p>
            <a:endParaRPr lang="en-US" altLang="zh-CN" sz="1400" dirty="0" smtClean="0"/>
          </a:p>
          <a:p>
            <a:r>
              <a:rPr lang="en-US" altLang="zh-CN" dirty="0" err="1" smtClean="0"/>
              <a:t>Postorder</a:t>
            </a:r>
            <a:r>
              <a:rPr lang="en-US" altLang="zh-CN" dirty="0" smtClean="0"/>
              <a:t> </a:t>
            </a:r>
            <a:r>
              <a:rPr lang="en-US" altLang="zh-CN" dirty="0"/>
              <a:t>traversal of the orchard is equivalent to the </a:t>
            </a:r>
            <a:r>
              <a:rPr lang="en-US" altLang="zh-CN" dirty="0" err="1" smtClean="0"/>
              <a:t>inorder</a:t>
            </a:r>
            <a:r>
              <a:rPr lang="en-US" altLang="zh-CN" dirty="0" smtClean="0"/>
              <a:t> </a:t>
            </a:r>
            <a:r>
              <a:rPr lang="en-US" altLang="zh-CN" dirty="0"/>
              <a:t>traversal of the corresponding binary </a:t>
            </a:r>
            <a:r>
              <a:rPr lang="en-US" altLang="zh-CN" dirty="0" smtClean="0"/>
              <a:t>tree</a:t>
            </a:r>
          </a:p>
          <a:p>
            <a:endParaRPr lang="zh-CN" altLang="en-US" dirty="0"/>
          </a:p>
        </p:txBody>
      </p:sp>
      <p:grpSp>
        <p:nvGrpSpPr>
          <p:cNvPr id="4" name="组合 3"/>
          <p:cNvGrpSpPr/>
          <p:nvPr/>
        </p:nvGrpSpPr>
        <p:grpSpPr>
          <a:xfrm>
            <a:off x="5909120" y="1608377"/>
            <a:ext cx="1804986" cy="3221388"/>
            <a:chOff x="909626" y="3741990"/>
            <a:chExt cx="1804986" cy="3221388"/>
          </a:xfrm>
        </p:grpSpPr>
        <p:grpSp>
          <p:nvGrpSpPr>
            <p:cNvPr id="5" name="Group 80"/>
            <p:cNvGrpSpPr>
              <a:grpSpLocks/>
            </p:cNvGrpSpPr>
            <p:nvPr/>
          </p:nvGrpSpPr>
          <p:grpSpPr bwMode="auto">
            <a:xfrm>
              <a:off x="1407128" y="3741990"/>
              <a:ext cx="435828" cy="421425"/>
              <a:chOff x="1020" y="2387"/>
              <a:chExt cx="318" cy="368"/>
            </a:xfrm>
          </p:grpSpPr>
          <p:sp>
            <p:nvSpPr>
              <p:cNvPr id="32" name="Oval 81"/>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33" name="Text Box 82"/>
              <p:cNvSpPr txBox="1">
                <a:spLocks noChangeArrowheads="1"/>
              </p:cNvSpPr>
              <p:nvPr/>
            </p:nvSpPr>
            <p:spPr bwMode="auto">
              <a:xfrm>
                <a:off x="1066" y="2432"/>
                <a:ext cx="272" cy="323"/>
              </a:xfrm>
              <a:prstGeom prst="rect">
                <a:avLst/>
              </a:prstGeom>
              <a:noFill/>
              <a:ln w="9525">
                <a:noFill/>
                <a:miter lim="800000"/>
                <a:headEnd/>
                <a:tailEnd/>
              </a:ln>
              <a:effectLst/>
            </p:spPr>
            <p:txBody>
              <a:bodyPr>
                <a:spAutoFit/>
              </a:bodyPr>
              <a:lstStyle/>
              <a:p>
                <a:pPr>
                  <a:spcBef>
                    <a:spcPct val="50000"/>
                  </a:spcBef>
                </a:pPr>
                <a:r>
                  <a:rPr lang="en-US" altLang="zh-CN" dirty="0"/>
                  <a:t>B</a:t>
                </a:r>
              </a:p>
            </p:txBody>
          </p:sp>
        </p:grpSp>
        <p:grpSp>
          <p:nvGrpSpPr>
            <p:cNvPr id="6" name="Group 83"/>
            <p:cNvGrpSpPr>
              <a:grpSpLocks/>
            </p:cNvGrpSpPr>
            <p:nvPr/>
          </p:nvGrpSpPr>
          <p:grpSpPr bwMode="auto">
            <a:xfrm>
              <a:off x="1781282" y="4260756"/>
              <a:ext cx="435828" cy="421425"/>
              <a:chOff x="1020" y="2387"/>
              <a:chExt cx="318" cy="368"/>
            </a:xfrm>
          </p:grpSpPr>
          <p:sp>
            <p:nvSpPr>
              <p:cNvPr id="30" name="Oval 84"/>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31" name="Text Box 85"/>
              <p:cNvSpPr txBox="1">
                <a:spLocks noChangeArrowheads="1"/>
              </p:cNvSpPr>
              <p:nvPr/>
            </p:nvSpPr>
            <p:spPr bwMode="auto">
              <a:xfrm>
                <a:off x="1066" y="2432"/>
                <a:ext cx="272" cy="323"/>
              </a:xfrm>
              <a:prstGeom prst="rect">
                <a:avLst/>
              </a:prstGeom>
              <a:noFill/>
              <a:ln w="9525">
                <a:noFill/>
                <a:miter lim="800000"/>
                <a:headEnd/>
                <a:tailEnd/>
              </a:ln>
              <a:effectLst/>
            </p:spPr>
            <p:txBody>
              <a:bodyPr>
                <a:spAutoFit/>
              </a:bodyPr>
              <a:lstStyle/>
              <a:p>
                <a:pPr>
                  <a:spcBef>
                    <a:spcPct val="50000"/>
                  </a:spcBef>
                </a:pPr>
                <a:r>
                  <a:rPr lang="en-US" altLang="zh-CN" dirty="0"/>
                  <a:t>C</a:t>
                </a:r>
              </a:p>
            </p:txBody>
          </p:sp>
        </p:grpSp>
        <p:sp>
          <p:nvSpPr>
            <p:cNvPr id="7" name="Oval 87"/>
            <p:cNvSpPr>
              <a:spLocks noChangeArrowheads="1"/>
            </p:cNvSpPr>
            <p:nvPr/>
          </p:nvSpPr>
          <p:spPr bwMode="auto">
            <a:xfrm>
              <a:off x="909626" y="4260758"/>
              <a:ext cx="435828" cy="311488"/>
            </a:xfrm>
            <a:prstGeom prst="ellipse">
              <a:avLst/>
            </a:prstGeom>
            <a:solidFill>
              <a:schemeClr val="accent1"/>
            </a:solidFill>
            <a:ln w="9525">
              <a:solidFill>
                <a:schemeClr val="tx1"/>
              </a:solidFill>
              <a:round/>
              <a:headEnd/>
              <a:tailEnd/>
            </a:ln>
            <a:effectLst/>
          </p:spPr>
          <p:txBody>
            <a:bodyPr wrap="none" anchor="ctr"/>
            <a:lstStyle/>
            <a:p>
              <a:r>
                <a:rPr lang="en-US" altLang="zh-CN" dirty="0"/>
                <a:t>E</a:t>
              </a:r>
              <a:endParaRPr lang="zh-CN" altLang="en-US" dirty="0"/>
            </a:p>
          </p:txBody>
        </p:sp>
        <p:grpSp>
          <p:nvGrpSpPr>
            <p:cNvPr id="8" name="Group 89"/>
            <p:cNvGrpSpPr>
              <a:grpSpLocks/>
            </p:cNvGrpSpPr>
            <p:nvPr/>
          </p:nvGrpSpPr>
          <p:grpSpPr bwMode="auto">
            <a:xfrm>
              <a:off x="2278784" y="4832201"/>
              <a:ext cx="435828" cy="421425"/>
              <a:chOff x="1020" y="2387"/>
              <a:chExt cx="318" cy="368"/>
            </a:xfrm>
          </p:grpSpPr>
          <p:sp>
            <p:nvSpPr>
              <p:cNvPr id="28" name="Oval 90"/>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29" name="Text Box 91"/>
              <p:cNvSpPr txBox="1">
                <a:spLocks noChangeArrowheads="1"/>
              </p:cNvSpPr>
              <p:nvPr/>
            </p:nvSpPr>
            <p:spPr bwMode="auto">
              <a:xfrm>
                <a:off x="1066" y="2432"/>
                <a:ext cx="272" cy="323"/>
              </a:xfrm>
              <a:prstGeom prst="rect">
                <a:avLst/>
              </a:prstGeom>
              <a:noFill/>
              <a:ln w="9525">
                <a:noFill/>
                <a:miter lim="800000"/>
                <a:headEnd/>
                <a:tailEnd/>
              </a:ln>
              <a:effectLst/>
            </p:spPr>
            <p:txBody>
              <a:bodyPr>
                <a:spAutoFit/>
              </a:bodyPr>
              <a:lstStyle/>
              <a:p>
                <a:pPr>
                  <a:spcBef>
                    <a:spcPct val="50000"/>
                  </a:spcBef>
                </a:pPr>
                <a:r>
                  <a:rPr lang="en-US" altLang="zh-CN" dirty="0"/>
                  <a:t>D</a:t>
                </a:r>
              </a:p>
            </p:txBody>
          </p:sp>
        </p:grpSp>
        <p:grpSp>
          <p:nvGrpSpPr>
            <p:cNvPr id="9" name="Group 92"/>
            <p:cNvGrpSpPr>
              <a:grpSpLocks/>
            </p:cNvGrpSpPr>
            <p:nvPr/>
          </p:nvGrpSpPr>
          <p:grpSpPr bwMode="auto">
            <a:xfrm>
              <a:off x="1345454" y="4827620"/>
              <a:ext cx="435828" cy="421425"/>
              <a:chOff x="1020" y="2387"/>
              <a:chExt cx="318" cy="368"/>
            </a:xfrm>
          </p:grpSpPr>
          <p:sp>
            <p:nvSpPr>
              <p:cNvPr id="26" name="Oval 93"/>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27" name="Text Box 94"/>
              <p:cNvSpPr txBox="1">
                <a:spLocks noChangeArrowheads="1"/>
              </p:cNvSpPr>
              <p:nvPr/>
            </p:nvSpPr>
            <p:spPr bwMode="auto">
              <a:xfrm>
                <a:off x="1066" y="2432"/>
                <a:ext cx="272" cy="323"/>
              </a:xfrm>
              <a:prstGeom prst="rect">
                <a:avLst/>
              </a:prstGeom>
              <a:noFill/>
              <a:ln w="9525">
                <a:noFill/>
                <a:miter lim="800000"/>
                <a:headEnd/>
                <a:tailEnd/>
              </a:ln>
              <a:effectLst/>
            </p:spPr>
            <p:txBody>
              <a:bodyPr>
                <a:spAutoFit/>
              </a:bodyPr>
              <a:lstStyle/>
              <a:p>
                <a:pPr>
                  <a:spcBef>
                    <a:spcPct val="50000"/>
                  </a:spcBef>
                </a:pPr>
                <a:r>
                  <a:rPr lang="en-US" altLang="zh-CN" dirty="0"/>
                  <a:t>F</a:t>
                </a:r>
              </a:p>
            </p:txBody>
          </p:sp>
        </p:grpSp>
        <p:grpSp>
          <p:nvGrpSpPr>
            <p:cNvPr id="10" name="Group 95"/>
            <p:cNvGrpSpPr>
              <a:grpSpLocks/>
            </p:cNvGrpSpPr>
            <p:nvPr/>
          </p:nvGrpSpPr>
          <p:grpSpPr bwMode="auto">
            <a:xfrm>
              <a:off x="2029348" y="5403645"/>
              <a:ext cx="435828" cy="421425"/>
              <a:chOff x="1020" y="2387"/>
              <a:chExt cx="318" cy="368"/>
            </a:xfrm>
          </p:grpSpPr>
          <p:sp>
            <p:nvSpPr>
              <p:cNvPr id="24" name="Oval 96"/>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25" name="Text Box 97"/>
              <p:cNvSpPr txBox="1">
                <a:spLocks noChangeArrowheads="1"/>
              </p:cNvSpPr>
              <p:nvPr/>
            </p:nvSpPr>
            <p:spPr bwMode="auto">
              <a:xfrm>
                <a:off x="1066" y="2432"/>
                <a:ext cx="272" cy="323"/>
              </a:xfrm>
              <a:prstGeom prst="rect">
                <a:avLst/>
              </a:prstGeom>
              <a:noFill/>
              <a:ln w="9525">
                <a:noFill/>
                <a:miter lim="800000"/>
                <a:headEnd/>
                <a:tailEnd/>
              </a:ln>
              <a:effectLst/>
            </p:spPr>
            <p:txBody>
              <a:bodyPr>
                <a:spAutoFit/>
              </a:bodyPr>
              <a:lstStyle/>
              <a:p>
                <a:pPr>
                  <a:spcBef>
                    <a:spcPct val="50000"/>
                  </a:spcBef>
                </a:pPr>
                <a:r>
                  <a:rPr lang="en-US" altLang="zh-CN" dirty="0"/>
                  <a:t>G</a:t>
                </a:r>
              </a:p>
            </p:txBody>
          </p:sp>
        </p:grpSp>
        <p:grpSp>
          <p:nvGrpSpPr>
            <p:cNvPr id="11" name="Group 98"/>
            <p:cNvGrpSpPr>
              <a:grpSpLocks/>
            </p:cNvGrpSpPr>
            <p:nvPr/>
          </p:nvGrpSpPr>
          <p:grpSpPr bwMode="auto">
            <a:xfrm>
              <a:off x="1471543" y="6026622"/>
              <a:ext cx="435828" cy="421425"/>
              <a:chOff x="1020" y="2387"/>
              <a:chExt cx="318" cy="368"/>
            </a:xfrm>
          </p:grpSpPr>
          <p:sp>
            <p:nvSpPr>
              <p:cNvPr id="22" name="Oval 99"/>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23" name="Text Box 100"/>
              <p:cNvSpPr txBox="1">
                <a:spLocks noChangeArrowheads="1"/>
              </p:cNvSpPr>
              <p:nvPr/>
            </p:nvSpPr>
            <p:spPr bwMode="auto">
              <a:xfrm>
                <a:off x="1066" y="2432"/>
                <a:ext cx="272" cy="323"/>
              </a:xfrm>
              <a:prstGeom prst="rect">
                <a:avLst/>
              </a:prstGeom>
              <a:noFill/>
              <a:ln w="9525">
                <a:noFill/>
                <a:miter lim="800000"/>
                <a:headEnd/>
                <a:tailEnd/>
              </a:ln>
              <a:effectLst/>
            </p:spPr>
            <p:txBody>
              <a:bodyPr>
                <a:spAutoFit/>
              </a:bodyPr>
              <a:lstStyle/>
              <a:p>
                <a:pPr>
                  <a:spcBef>
                    <a:spcPct val="50000"/>
                  </a:spcBef>
                </a:pPr>
                <a:r>
                  <a:rPr lang="en-US" altLang="zh-CN" dirty="0"/>
                  <a:t>H</a:t>
                </a:r>
              </a:p>
            </p:txBody>
          </p:sp>
        </p:grpSp>
        <p:grpSp>
          <p:nvGrpSpPr>
            <p:cNvPr id="12" name="Group 101"/>
            <p:cNvGrpSpPr>
              <a:grpSpLocks/>
            </p:cNvGrpSpPr>
            <p:nvPr/>
          </p:nvGrpSpPr>
          <p:grpSpPr bwMode="auto">
            <a:xfrm>
              <a:off x="2029348" y="6541953"/>
              <a:ext cx="435828" cy="421425"/>
              <a:chOff x="1020" y="2387"/>
              <a:chExt cx="318" cy="368"/>
            </a:xfrm>
          </p:grpSpPr>
          <p:sp>
            <p:nvSpPr>
              <p:cNvPr id="20" name="Oval 102"/>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21" name="Text Box 103"/>
              <p:cNvSpPr txBox="1">
                <a:spLocks noChangeArrowheads="1"/>
              </p:cNvSpPr>
              <p:nvPr/>
            </p:nvSpPr>
            <p:spPr bwMode="auto">
              <a:xfrm>
                <a:off x="1066" y="2432"/>
                <a:ext cx="272" cy="323"/>
              </a:xfrm>
              <a:prstGeom prst="rect">
                <a:avLst/>
              </a:prstGeom>
              <a:noFill/>
              <a:ln w="9525">
                <a:noFill/>
                <a:miter lim="800000"/>
                <a:headEnd/>
                <a:tailEnd/>
              </a:ln>
              <a:effectLst/>
            </p:spPr>
            <p:txBody>
              <a:bodyPr>
                <a:spAutoFit/>
              </a:bodyPr>
              <a:lstStyle/>
              <a:p>
                <a:pPr>
                  <a:spcBef>
                    <a:spcPct val="50000"/>
                  </a:spcBef>
                </a:pPr>
                <a:r>
                  <a:rPr lang="en-US" altLang="zh-CN" dirty="0"/>
                  <a:t>I</a:t>
                </a:r>
              </a:p>
            </p:txBody>
          </p:sp>
        </p:grpSp>
        <p:sp>
          <p:nvSpPr>
            <p:cNvPr id="13" name="Line 107"/>
            <p:cNvSpPr>
              <a:spLocks noChangeShapeType="1"/>
            </p:cNvSpPr>
            <p:nvPr/>
          </p:nvSpPr>
          <p:spPr bwMode="auto">
            <a:xfrm flipH="1">
              <a:off x="1160433" y="4000803"/>
              <a:ext cx="309739" cy="311489"/>
            </a:xfrm>
            <a:prstGeom prst="line">
              <a:avLst/>
            </a:prstGeom>
            <a:noFill/>
            <a:ln w="9525">
              <a:solidFill>
                <a:schemeClr val="tx1"/>
              </a:solidFill>
              <a:round/>
              <a:headEnd/>
              <a:tailEnd type="triangle" w="med" len="med"/>
            </a:ln>
            <a:effectLst/>
          </p:spPr>
          <p:txBody>
            <a:bodyPr/>
            <a:lstStyle/>
            <a:p>
              <a:endParaRPr lang="zh-CN" altLang="en-US"/>
            </a:p>
          </p:txBody>
        </p:sp>
        <p:sp>
          <p:nvSpPr>
            <p:cNvPr id="14" name="Line 108"/>
            <p:cNvSpPr>
              <a:spLocks noChangeShapeType="1"/>
            </p:cNvSpPr>
            <p:nvPr/>
          </p:nvSpPr>
          <p:spPr bwMode="auto">
            <a:xfrm flipH="1">
              <a:off x="1719608" y="5663602"/>
              <a:ext cx="435828" cy="415700"/>
            </a:xfrm>
            <a:prstGeom prst="line">
              <a:avLst/>
            </a:prstGeom>
            <a:noFill/>
            <a:ln w="9525">
              <a:solidFill>
                <a:schemeClr val="tx1"/>
              </a:solidFill>
              <a:round/>
              <a:headEnd/>
              <a:tailEnd type="triangle" w="med" len="med"/>
            </a:ln>
            <a:effectLst/>
          </p:spPr>
          <p:txBody>
            <a:bodyPr/>
            <a:lstStyle/>
            <a:p>
              <a:endParaRPr lang="zh-CN" altLang="en-US"/>
            </a:p>
          </p:txBody>
        </p:sp>
        <p:sp>
          <p:nvSpPr>
            <p:cNvPr id="15" name="Line 111"/>
            <p:cNvSpPr>
              <a:spLocks noChangeShapeType="1"/>
            </p:cNvSpPr>
            <p:nvPr/>
          </p:nvSpPr>
          <p:spPr bwMode="auto">
            <a:xfrm flipH="1">
              <a:off x="2278784" y="5143691"/>
              <a:ext cx="123348" cy="311489"/>
            </a:xfrm>
            <a:prstGeom prst="line">
              <a:avLst/>
            </a:prstGeom>
            <a:noFill/>
            <a:ln w="9525">
              <a:solidFill>
                <a:schemeClr val="tx1"/>
              </a:solidFill>
              <a:round/>
              <a:headEnd/>
              <a:tailEnd type="triangle" w="med" len="med"/>
            </a:ln>
            <a:effectLst/>
          </p:spPr>
          <p:txBody>
            <a:bodyPr/>
            <a:lstStyle/>
            <a:p>
              <a:endParaRPr lang="zh-CN" altLang="en-US"/>
            </a:p>
          </p:txBody>
        </p:sp>
        <p:sp>
          <p:nvSpPr>
            <p:cNvPr id="16" name="Line 112"/>
            <p:cNvSpPr>
              <a:spLocks noChangeShapeType="1"/>
            </p:cNvSpPr>
            <p:nvPr/>
          </p:nvSpPr>
          <p:spPr bwMode="auto">
            <a:xfrm>
              <a:off x="1718238" y="4000803"/>
              <a:ext cx="249436" cy="259956"/>
            </a:xfrm>
            <a:prstGeom prst="line">
              <a:avLst/>
            </a:prstGeom>
            <a:noFill/>
            <a:ln w="9525">
              <a:solidFill>
                <a:schemeClr val="tx1"/>
              </a:solidFill>
              <a:round/>
              <a:headEnd/>
              <a:tailEnd type="triangle" w="med" len="med"/>
            </a:ln>
            <a:effectLst/>
          </p:spPr>
          <p:txBody>
            <a:bodyPr/>
            <a:lstStyle/>
            <a:p>
              <a:endParaRPr lang="zh-CN" altLang="en-US"/>
            </a:p>
          </p:txBody>
        </p:sp>
        <p:sp>
          <p:nvSpPr>
            <p:cNvPr id="17" name="Line 113"/>
            <p:cNvSpPr>
              <a:spLocks noChangeShapeType="1"/>
            </p:cNvSpPr>
            <p:nvPr/>
          </p:nvSpPr>
          <p:spPr bwMode="auto">
            <a:xfrm>
              <a:off x="1220736" y="4572247"/>
              <a:ext cx="249436" cy="259956"/>
            </a:xfrm>
            <a:prstGeom prst="line">
              <a:avLst/>
            </a:prstGeom>
            <a:noFill/>
            <a:ln w="9525">
              <a:solidFill>
                <a:schemeClr val="tx1"/>
              </a:solidFill>
              <a:round/>
              <a:headEnd/>
              <a:tailEnd type="triangle" w="med" len="med"/>
            </a:ln>
            <a:effectLst/>
          </p:spPr>
          <p:txBody>
            <a:bodyPr/>
            <a:lstStyle/>
            <a:p>
              <a:endParaRPr lang="zh-CN" altLang="en-US"/>
            </a:p>
          </p:txBody>
        </p:sp>
        <p:sp>
          <p:nvSpPr>
            <p:cNvPr id="18" name="Line 114"/>
            <p:cNvSpPr>
              <a:spLocks noChangeShapeType="1"/>
            </p:cNvSpPr>
            <p:nvPr/>
          </p:nvSpPr>
          <p:spPr bwMode="auto">
            <a:xfrm>
              <a:off x="2152695" y="4572247"/>
              <a:ext cx="249436" cy="259956"/>
            </a:xfrm>
            <a:prstGeom prst="line">
              <a:avLst/>
            </a:prstGeom>
            <a:noFill/>
            <a:ln w="9525">
              <a:solidFill>
                <a:schemeClr val="tx1"/>
              </a:solidFill>
              <a:round/>
              <a:headEnd/>
              <a:tailEnd type="triangle" w="med" len="med"/>
            </a:ln>
            <a:effectLst/>
          </p:spPr>
          <p:txBody>
            <a:bodyPr/>
            <a:lstStyle/>
            <a:p>
              <a:endParaRPr lang="zh-CN" altLang="en-US"/>
            </a:p>
          </p:txBody>
        </p:sp>
        <p:sp>
          <p:nvSpPr>
            <p:cNvPr id="19" name="Line 115"/>
            <p:cNvSpPr>
              <a:spLocks noChangeShapeType="1"/>
            </p:cNvSpPr>
            <p:nvPr/>
          </p:nvSpPr>
          <p:spPr bwMode="auto">
            <a:xfrm>
              <a:off x="1842956" y="6286580"/>
              <a:ext cx="249436" cy="259956"/>
            </a:xfrm>
            <a:prstGeom prst="line">
              <a:avLst/>
            </a:prstGeom>
            <a:noFill/>
            <a:ln w="9525">
              <a:solidFill>
                <a:schemeClr val="tx1"/>
              </a:solidFill>
              <a:round/>
              <a:headEnd/>
              <a:tailEnd type="triangle" w="med" len="med"/>
            </a:ln>
            <a:effectLst/>
          </p:spPr>
          <p:txBody>
            <a:bodyPr/>
            <a:lstStyle/>
            <a:p>
              <a:endParaRPr lang="zh-CN" altLang="en-US"/>
            </a:p>
          </p:txBody>
        </p:sp>
      </p:grpSp>
      <p:grpSp>
        <p:nvGrpSpPr>
          <p:cNvPr id="34" name="组合 127"/>
          <p:cNvGrpSpPr/>
          <p:nvPr/>
        </p:nvGrpSpPr>
        <p:grpSpPr>
          <a:xfrm>
            <a:off x="1432496" y="2511801"/>
            <a:ext cx="2643205" cy="1794370"/>
            <a:chOff x="1071539" y="1772869"/>
            <a:chExt cx="2643205" cy="1794370"/>
          </a:xfrm>
        </p:grpSpPr>
        <p:grpSp>
          <p:nvGrpSpPr>
            <p:cNvPr id="35" name="Group 8"/>
            <p:cNvGrpSpPr>
              <a:grpSpLocks/>
            </p:cNvGrpSpPr>
            <p:nvPr/>
          </p:nvGrpSpPr>
          <p:grpSpPr bwMode="auto">
            <a:xfrm>
              <a:off x="1588986" y="1772869"/>
              <a:ext cx="363241" cy="428291"/>
              <a:chOff x="1020" y="2387"/>
              <a:chExt cx="318" cy="327"/>
            </a:xfrm>
          </p:grpSpPr>
          <p:sp>
            <p:nvSpPr>
              <p:cNvPr id="62" name="Oval 9"/>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63" name="Text Box 10"/>
              <p:cNvSpPr txBox="1">
                <a:spLocks noChangeArrowheads="1"/>
              </p:cNvSpPr>
              <p:nvPr/>
            </p:nvSpPr>
            <p:spPr bwMode="auto">
              <a:xfrm>
                <a:off x="1066" y="2432"/>
                <a:ext cx="272" cy="282"/>
              </a:xfrm>
              <a:prstGeom prst="rect">
                <a:avLst/>
              </a:prstGeom>
              <a:noFill/>
              <a:ln w="9525">
                <a:noFill/>
                <a:miter lim="800000"/>
                <a:headEnd/>
                <a:tailEnd/>
              </a:ln>
              <a:effectLst/>
            </p:spPr>
            <p:txBody>
              <a:bodyPr>
                <a:spAutoFit/>
              </a:bodyPr>
              <a:lstStyle/>
              <a:p>
                <a:pPr>
                  <a:spcBef>
                    <a:spcPct val="50000"/>
                  </a:spcBef>
                </a:pPr>
                <a:r>
                  <a:rPr lang="en-US" altLang="zh-CN" dirty="0"/>
                  <a:t>B</a:t>
                </a:r>
              </a:p>
            </p:txBody>
          </p:sp>
        </p:grpSp>
        <p:grpSp>
          <p:nvGrpSpPr>
            <p:cNvPr id="36" name="Group 11"/>
            <p:cNvGrpSpPr>
              <a:grpSpLocks/>
            </p:cNvGrpSpPr>
            <p:nvPr/>
          </p:nvGrpSpPr>
          <p:grpSpPr bwMode="auto">
            <a:xfrm>
              <a:off x="2211521" y="1772869"/>
              <a:ext cx="363241" cy="428291"/>
              <a:chOff x="1020" y="2387"/>
              <a:chExt cx="318" cy="327"/>
            </a:xfrm>
          </p:grpSpPr>
          <p:sp>
            <p:nvSpPr>
              <p:cNvPr id="60" name="Oval 12"/>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61" name="Text Box 13"/>
              <p:cNvSpPr txBox="1">
                <a:spLocks noChangeArrowheads="1"/>
              </p:cNvSpPr>
              <p:nvPr/>
            </p:nvSpPr>
            <p:spPr bwMode="auto">
              <a:xfrm>
                <a:off x="1066" y="2432"/>
                <a:ext cx="272" cy="282"/>
              </a:xfrm>
              <a:prstGeom prst="rect">
                <a:avLst/>
              </a:prstGeom>
              <a:noFill/>
              <a:ln w="9525">
                <a:noFill/>
                <a:miter lim="800000"/>
                <a:headEnd/>
                <a:tailEnd/>
              </a:ln>
              <a:effectLst/>
            </p:spPr>
            <p:txBody>
              <a:bodyPr>
                <a:spAutoFit/>
              </a:bodyPr>
              <a:lstStyle/>
              <a:p>
                <a:pPr>
                  <a:spcBef>
                    <a:spcPct val="50000"/>
                  </a:spcBef>
                </a:pPr>
                <a:r>
                  <a:rPr lang="en-US" altLang="zh-CN" dirty="0"/>
                  <a:t>C</a:t>
                </a:r>
              </a:p>
            </p:txBody>
          </p:sp>
        </p:grpSp>
        <p:grpSp>
          <p:nvGrpSpPr>
            <p:cNvPr id="37" name="Group 14"/>
            <p:cNvGrpSpPr>
              <a:grpSpLocks/>
            </p:cNvGrpSpPr>
            <p:nvPr/>
          </p:nvGrpSpPr>
          <p:grpSpPr bwMode="auto">
            <a:xfrm>
              <a:off x="1071539" y="2485378"/>
              <a:ext cx="363241" cy="428291"/>
              <a:chOff x="1020" y="2387"/>
              <a:chExt cx="318" cy="327"/>
            </a:xfrm>
          </p:grpSpPr>
          <p:sp>
            <p:nvSpPr>
              <p:cNvPr id="58" name="Oval 15"/>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59" name="Text Box 16"/>
              <p:cNvSpPr txBox="1">
                <a:spLocks noChangeArrowheads="1"/>
              </p:cNvSpPr>
              <p:nvPr/>
            </p:nvSpPr>
            <p:spPr bwMode="auto">
              <a:xfrm>
                <a:off x="1066" y="2432"/>
                <a:ext cx="272" cy="282"/>
              </a:xfrm>
              <a:prstGeom prst="rect">
                <a:avLst/>
              </a:prstGeom>
              <a:noFill/>
              <a:ln w="9525">
                <a:noFill/>
                <a:miter lim="800000"/>
                <a:headEnd/>
                <a:tailEnd/>
              </a:ln>
              <a:effectLst/>
            </p:spPr>
            <p:txBody>
              <a:bodyPr>
                <a:spAutoFit/>
              </a:bodyPr>
              <a:lstStyle/>
              <a:p>
                <a:pPr>
                  <a:spcBef>
                    <a:spcPct val="50000"/>
                  </a:spcBef>
                </a:pPr>
                <a:r>
                  <a:rPr lang="en-US" altLang="zh-CN" dirty="0"/>
                  <a:t>E</a:t>
                </a:r>
              </a:p>
            </p:txBody>
          </p:sp>
        </p:grpSp>
        <p:grpSp>
          <p:nvGrpSpPr>
            <p:cNvPr id="38" name="Group 17"/>
            <p:cNvGrpSpPr>
              <a:grpSpLocks/>
            </p:cNvGrpSpPr>
            <p:nvPr/>
          </p:nvGrpSpPr>
          <p:grpSpPr bwMode="auto">
            <a:xfrm>
              <a:off x="2832914" y="1772869"/>
              <a:ext cx="363241" cy="428291"/>
              <a:chOff x="1020" y="2387"/>
              <a:chExt cx="318" cy="327"/>
            </a:xfrm>
          </p:grpSpPr>
          <p:sp>
            <p:nvSpPr>
              <p:cNvPr id="56" name="Oval 18"/>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57" name="Text Box 19"/>
              <p:cNvSpPr txBox="1">
                <a:spLocks noChangeArrowheads="1"/>
              </p:cNvSpPr>
              <p:nvPr/>
            </p:nvSpPr>
            <p:spPr bwMode="auto">
              <a:xfrm>
                <a:off x="1066" y="2432"/>
                <a:ext cx="272" cy="282"/>
              </a:xfrm>
              <a:prstGeom prst="rect">
                <a:avLst/>
              </a:prstGeom>
              <a:noFill/>
              <a:ln w="9525">
                <a:noFill/>
                <a:miter lim="800000"/>
                <a:headEnd/>
                <a:tailEnd/>
              </a:ln>
              <a:effectLst/>
            </p:spPr>
            <p:txBody>
              <a:bodyPr>
                <a:spAutoFit/>
              </a:bodyPr>
              <a:lstStyle/>
              <a:p>
                <a:pPr>
                  <a:spcBef>
                    <a:spcPct val="50000"/>
                  </a:spcBef>
                </a:pPr>
                <a:r>
                  <a:rPr lang="en-US" altLang="zh-CN" dirty="0"/>
                  <a:t>D</a:t>
                </a:r>
              </a:p>
            </p:txBody>
          </p:sp>
        </p:grpSp>
        <p:grpSp>
          <p:nvGrpSpPr>
            <p:cNvPr id="39" name="Group 20"/>
            <p:cNvGrpSpPr>
              <a:grpSpLocks/>
            </p:cNvGrpSpPr>
            <p:nvPr/>
          </p:nvGrpSpPr>
          <p:grpSpPr bwMode="auto">
            <a:xfrm>
              <a:off x="1796878" y="2480139"/>
              <a:ext cx="363241" cy="428291"/>
              <a:chOff x="1020" y="2387"/>
              <a:chExt cx="318" cy="327"/>
            </a:xfrm>
          </p:grpSpPr>
          <p:sp>
            <p:nvSpPr>
              <p:cNvPr id="54" name="Oval 21"/>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55" name="Text Box 22"/>
              <p:cNvSpPr txBox="1">
                <a:spLocks noChangeArrowheads="1"/>
              </p:cNvSpPr>
              <p:nvPr/>
            </p:nvSpPr>
            <p:spPr bwMode="auto">
              <a:xfrm>
                <a:off x="1066" y="2432"/>
                <a:ext cx="272" cy="282"/>
              </a:xfrm>
              <a:prstGeom prst="rect">
                <a:avLst/>
              </a:prstGeom>
              <a:noFill/>
              <a:ln w="9525">
                <a:noFill/>
                <a:miter lim="800000"/>
                <a:headEnd/>
                <a:tailEnd/>
              </a:ln>
              <a:effectLst/>
            </p:spPr>
            <p:txBody>
              <a:bodyPr>
                <a:spAutoFit/>
              </a:bodyPr>
              <a:lstStyle/>
              <a:p>
                <a:pPr>
                  <a:spcBef>
                    <a:spcPct val="50000"/>
                  </a:spcBef>
                </a:pPr>
                <a:r>
                  <a:rPr lang="en-US" altLang="zh-CN" dirty="0"/>
                  <a:t>F</a:t>
                </a:r>
              </a:p>
            </p:txBody>
          </p:sp>
        </p:grpSp>
        <p:grpSp>
          <p:nvGrpSpPr>
            <p:cNvPr id="40" name="Group 23"/>
            <p:cNvGrpSpPr>
              <a:grpSpLocks/>
            </p:cNvGrpSpPr>
            <p:nvPr/>
          </p:nvGrpSpPr>
          <p:grpSpPr bwMode="auto">
            <a:xfrm>
              <a:off x="2832914" y="2485378"/>
              <a:ext cx="363241" cy="428291"/>
              <a:chOff x="1020" y="2387"/>
              <a:chExt cx="318" cy="327"/>
            </a:xfrm>
          </p:grpSpPr>
          <p:sp>
            <p:nvSpPr>
              <p:cNvPr id="52" name="Oval 24"/>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53" name="Text Box 25"/>
              <p:cNvSpPr txBox="1">
                <a:spLocks noChangeArrowheads="1"/>
              </p:cNvSpPr>
              <p:nvPr/>
            </p:nvSpPr>
            <p:spPr bwMode="auto">
              <a:xfrm>
                <a:off x="1066" y="2432"/>
                <a:ext cx="272" cy="282"/>
              </a:xfrm>
              <a:prstGeom prst="rect">
                <a:avLst/>
              </a:prstGeom>
              <a:noFill/>
              <a:ln w="9525">
                <a:noFill/>
                <a:miter lim="800000"/>
                <a:headEnd/>
                <a:tailEnd/>
              </a:ln>
              <a:effectLst/>
            </p:spPr>
            <p:txBody>
              <a:bodyPr>
                <a:spAutoFit/>
              </a:bodyPr>
              <a:lstStyle/>
              <a:p>
                <a:pPr>
                  <a:spcBef>
                    <a:spcPct val="50000"/>
                  </a:spcBef>
                </a:pPr>
                <a:r>
                  <a:rPr lang="en-US" altLang="zh-CN" dirty="0"/>
                  <a:t>G</a:t>
                </a:r>
              </a:p>
            </p:txBody>
          </p:sp>
        </p:grpSp>
        <p:grpSp>
          <p:nvGrpSpPr>
            <p:cNvPr id="41" name="Group 26"/>
            <p:cNvGrpSpPr>
              <a:grpSpLocks/>
            </p:cNvGrpSpPr>
            <p:nvPr/>
          </p:nvGrpSpPr>
          <p:grpSpPr bwMode="auto">
            <a:xfrm>
              <a:off x="2365727" y="3138948"/>
              <a:ext cx="363241" cy="428291"/>
              <a:chOff x="1020" y="2387"/>
              <a:chExt cx="318" cy="327"/>
            </a:xfrm>
          </p:grpSpPr>
          <p:sp>
            <p:nvSpPr>
              <p:cNvPr id="50" name="Oval 27"/>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51" name="Text Box 28"/>
              <p:cNvSpPr txBox="1">
                <a:spLocks noChangeArrowheads="1"/>
              </p:cNvSpPr>
              <p:nvPr/>
            </p:nvSpPr>
            <p:spPr bwMode="auto">
              <a:xfrm>
                <a:off x="1066" y="2432"/>
                <a:ext cx="272" cy="282"/>
              </a:xfrm>
              <a:prstGeom prst="rect">
                <a:avLst/>
              </a:prstGeom>
              <a:noFill/>
              <a:ln w="9525">
                <a:noFill/>
                <a:miter lim="800000"/>
                <a:headEnd/>
                <a:tailEnd/>
              </a:ln>
              <a:effectLst/>
            </p:spPr>
            <p:txBody>
              <a:bodyPr>
                <a:spAutoFit/>
              </a:bodyPr>
              <a:lstStyle/>
              <a:p>
                <a:pPr>
                  <a:spcBef>
                    <a:spcPct val="50000"/>
                  </a:spcBef>
                </a:pPr>
                <a:r>
                  <a:rPr lang="en-US" altLang="zh-CN" dirty="0"/>
                  <a:t>H</a:t>
                </a:r>
              </a:p>
            </p:txBody>
          </p:sp>
        </p:grpSp>
        <p:grpSp>
          <p:nvGrpSpPr>
            <p:cNvPr id="42" name="Group 29"/>
            <p:cNvGrpSpPr>
              <a:grpSpLocks/>
            </p:cNvGrpSpPr>
            <p:nvPr/>
          </p:nvGrpSpPr>
          <p:grpSpPr bwMode="auto">
            <a:xfrm>
              <a:off x="3351503" y="3138948"/>
              <a:ext cx="363241" cy="428291"/>
              <a:chOff x="1020" y="2387"/>
              <a:chExt cx="318" cy="327"/>
            </a:xfrm>
          </p:grpSpPr>
          <p:sp>
            <p:nvSpPr>
              <p:cNvPr id="48" name="Oval 30"/>
              <p:cNvSpPr>
                <a:spLocks noChangeArrowheads="1"/>
              </p:cNvSpPr>
              <p:nvPr/>
            </p:nvSpPr>
            <p:spPr bwMode="auto">
              <a:xfrm>
                <a:off x="1020" y="2387"/>
                <a:ext cx="318" cy="272"/>
              </a:xfrm>
              <a:prstGeom prst="ellipse">
                <a:avLst/>
              </a:prstGeom>
              <a:solidFill>
                <a:schemeClr val="accent1"/>
              </a:solidFill>
              <a:ln w="9525">
                <a:solidFill>
                  <a:schemeClr val="tx1"/>
                </a:solidFill>
                <a:round/>
                <a:headEnd/>
                <a:tailEnd/>
              </a:ln>
              <a:effectLst/>
            </p:spPr>
            <p:txBody>
              <a:bodyPr wrap="none" anchor="ctr"/>
              <a:lstStyle/>
              <a:p>
                <a:endParaRPr lang="zh-CN" altLang="en-US"/>
              </a:p>
            </p:txBody>
          </p:sp>
          <p:sp>
            <p:nvSpPr>
              <p:cNvPr id="49" name="Text Box 31"/>
              <p:cNvSpPr txBox="1">
                <a:spLocks noChangeArrowheads="1"/>
              </p:cNvSpPr>
              <p:nvPr/>
            </p:nvSpPr>
            <p:spPr bwMode="auto">
              <a:xfrm>
                <a:off x="1066" y="2432"/>
                <a:ext cx="272" cy="282"/>
              </a:xfrm>
              <a:prstGeom prst="rect">
                <a:avLst/>
              </a:prstGeom>
              <a:noFill/>
              <a:ln w="9525">
                <a:noFill/>
                <a:miter lim="800000"/>
                <a:headEnd/>
                <a:tailEnd/>
              </a:ln>
              <a:effectLst/>
            </p:spPr>
            <p:txBody>
              <a:bodyPr>
                <a:spAutoFit/>
              </a:bodyPr>
              <a:lstStyle/>
              <a:p>
                <a:pPr>
                  <a:spcBef>
                    <a:spcPct val="50000"/>
                  </a:spcBef>
                </a:pPr>
                <a:r>
                  <a:rPr lang="en-US" altLang="zh-CN" dirty="0"/>
                  <a:t>I</a:t>
                </a:r>
              </a:p>
            </p:txBody>
          </p:sp>
        </p:grpSp>
        <p:sp>
          <p:nvSpPr>
            <p:cNvPr id="43" name="Line 35"/>
            <p:cNvSpPr>
              <a:spLocks noChangeShapeType="1"/>
            </p:cNvSpPr>
            <p:nvPr/>
          </p:nvSpPr>
          <p:spPr bwMode="auto">
            <a:xfrm flipH="1">
              <a:off x="1330834" y="2068871"/>
              <a:ext cx="362099" cy="416503"/>
            </a:xfrm>
            <a:prstGeom prst="line">
              <a:avLst/>
            </a:prstGeom>
            <a:noFill/>
            <a:ln w="9525">
              <a:solidFill>
                <a:schemeClr val="tx1"/>
              </a:solidFill>
              <a:round/>
              <a:headEnd/>
              <a:tailEnd/>
            </a:ln>
            <a:effectLst/>
          </p:spPr>
          <p:txBody>
            <a:bodyPr/>
            <a:lstStyle/>
            <a:p>
              <a:endParaRPr lang="zh-CN" altLang="en-US"/>
            </a:p>
          </p:txBody>
        </p:sp>
        <p:sp>
          <p:nvSpPr>
            <p:cNvPr id="44" name="Line 36"/>
            <p:cNvSpPr>
              <a:spLocks noChangeShapeType="1"/>
            </p:cNvSpPr>
            <p:nvPr/>
          </p:nvSpPr>
          <p:spPr bwMode="auto">
            <a:xfrm>
              <a:off x="1848280" y="2129120"/>
              <a:ext cx="207893" cy="356254"/>
            </a:xfrm>
            <a:prstGeom prst="line">
              <a:avLst/>
            </a:prstGeom>
            <a:noFill/>
            <a:ln w="9525">
              <a:solidFill>
                <a:schemeClr val="tx1"/>
              </a:solidFill>
              <a:round/>
              <a:headEnd/>
              <a:tailEnd/>
            </a:ln>
            <a:effectLst/>
          </p:spPr>
          <p:txBody>
            <a:bodyPr/>
            <a:lstStyle/>
            <a:p>
              <a:endParaRPr lang="zh-CN" altLang="en-US"/>
            </a:p>
          </p:txBody>
        </p:sp>
        <p:sp>
          <p:nvSpPr>
            <p:cNvPr id="45" name="Line 37"/>
            <p:cNvSpPr>
              <a:spLocks noChangeShapeType="1"/>
            </p:cNvSpPr>
            <p:nvPr/>
          </p:nvSpPr>
          <p:spPr bwMode="auto">
            <a:xfrm>
              <a:off x="2988262" y="2129120"/>
              <a:ext cx="0" cy="296006"/>
            </a:xfrm>
            <a:prstGeom prst="line">
              <a:avLst/>
            </a:prstGeom>
            <a:noFill/>
            <a:ln w="9525">
              <a:solidFill>
                <a:schemeClr val="tx1"/>
              </a:solidFill>
              <a:round/>
              <a:headEnd/>
              <a:tailEnd/>
            </a:ln>
            <a:effectLst/>
          </p:spPr>
          <p:txBody>
            <a:bodyPr/>
            <a:lstStyle/>
            <a:p>
              <a:endParaRPr lang="zh-CN" altLang="en-US"/>
            </a:p>
          </p:txBody>
        </p:sp>
        <p:sp>
          <p:nvSpPr>
            <p:cNvPr id="46" name="Line 38"/>
            <p:cNvSpPr>
              <a:spLocks noChangeShapeType="1"/>
            </p:cNvSpPr>
            <p:nvPr/>
          </p:nvSpPr>
          <p:spPr bwMode="auto">
            <a:xfrm flipH="1">
              <a:off x="2677566" y="2782690"/>
              <a:ext cx="310697" cy="356254"/>
            </a:xfrm>
            <a:prstGeom prst="line">
              <a:avLst/>
            </a:prstGeom>
            <a:noFill/>
            <a:ln w="9525">
              <a:solidFill>
                <a:schemeClr val="tx1"/>
              </a:solidFill>
              <a:round/>
              <a:headEnd/>
              <a:tailEnd/>
            </a:ln>
            <a:effectLst/>
          </p:spPr>
          <p:txBody>
            <a:bodyPr/>
            <a:lstStyle/>
            <a:p>
              <a:endParaRPr lang="zh-CN" altLang="en-US"/>
            </a:p>
          </p:txBody>
        </p:sp>
        <p:sp>
          <p:nvSpPr>
            <p:cNvPr id="47" name="Line 39"/>
            <p:cNvSpPr>
              <a:spLocks noChangeShapeType="1"/>
            </p:cNvSpPr>
            <p:nvPr/>
          </p:nvSpPr>
          <p:spPr bwMode="auto">
            <a:xfrm>
              <a:off x="3092209" y="2841629"/>
              <a:ext cx="259295" cy="356254"/>
            </a:xfrm>
            <a:prstGeom prst="line">
              <a:avLst/>
            </a:prstGeom>
            <a:noFill/>
            <a:ln w="9525">
              <a:solidFill>
                <a:schemeClr val="tx1"/>
              </a:solidFill>
              <a:round/>
              <a:headEnd/>
              <a:tailEnd/>
            </a:ln>
            <a:effectLst/>
          </p:spPr>
          <p:txBody>
            <a:bodyPr/>
            <a:lstStyle/>
            <a:p>
              <a:endParaRPr lang="zh-CN" altLang="en-US"/>
            </a:p>
          </p:txBody>
        </p:sp>
      </p:grpSp>
    </p:spTree>
    <p:extLst>
      <p:ext uri="{BB962C8B-B14F-4D97-AF65-F5344CB8AC3E}">
        <p14:creationId xmlns:p14="http://schemas.microsoft.com/office/powerpoint/2010/main" val="360015941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noChangeArrowheads="1"/>
          </p:cNvPicPr>
          <p:nvPr/>
        </p:nvPicPr>
        <p:blipFill>
          <a:blip r:embed="rId2" cstate="print"/>
          <a:srcRect/>
          <a:stretch>
            <a:fillRect/>
          </a:stretch>
        </p:blipFill>
        <p:spPr bwMode="auto">
          <a:xfrm>
            <a:off x="839416" y="980728"/>
            <a:ext cx="5760640" cy="3143273"/>
          </a:xfrm>
          <a:prstGeom prst="rect">
            <a:avLst/>
          </a:prstGeom>
          <a:noFill/>
          <a:ln w="9525">
            <a:noFill/>
            <a:miter lim="800000"/>
            <a:headEnd/>
            <a:tailEnd/>
          </a:ln>
          <a:effectLst/>
        </p:spPr>
      </p:pic>
      <p:pic>
        <p:nvPicPr>
          <p:cNvPr id="5" name="Picture 4"/>
          <p:cNvPicPr>
            <a:picLocks noChangeAspect="1" noChangeArrowheads="1"/>
          </p:cNvPicPr>
          <p:nvPr/>
        </p:nvPicPr>
        <p:blipFill>
          <a:blip r:embed="rId3" cstate="print"/>
          <a:srcRect/>
          <a:stretch>
            <a:fillRect/>
          </a:stretch>
        </p:blipFill>
        <p:spPr bwMode="auto">
          <a:xfrm>
            <a:off x="5879976" y="3140968"/>
            <a:ext cx="5760640" cy="2941276"/>
          </a:xfrm>
          <a:prstGeom prst="rect">
            <a:avLst/>
          </a:prstGeom>
          <a:noFill/>
          <a:ln w="9525">
            <a:noFill/>
            <a:miter lim="800000"/>
            <a:headEnd/>
            <a:tailEnd/>
          </a:ln>
          <a:effectLst/>
        </p:spPr>
      </p:pic>
      <p:sp>
        <p:nvSpPr>
          <p:cNvPr id="2" name="标题 1"/>
          <p:cNvSpPr>
            <a:spLocks noGrp="1"/>
          </p:cNvSpPr>
          <p:nvPr>
            <p:ph type="title"/>
          </p:nvPr>
        </p:nvSpPr>
        <p:spPr/>
        <p:txBody>
          <a:bodyPr/>
          <a:lstStyle/>
          <a:p>
            <a:r>
              <a:rPr lang="en-US" altLang="zh-CN" sz="2800" dirty="0"/>
              <a:t>How to modify tree traversal into forest traversal?</a:t>
            </a:r>
            <a:endParaRPr lang="zh-CN" altLang="en-US" sz="2800" dirty="0"/>
          </a:p>
        </p:txBody>
      </p:sp>
      <p:sp>
        <p:nvSpPr>
          <p:cNvPr id="6" name="矩形 5"/>
          <p:cNvSpPr/>
          <p:nvPr/>
        </p:nvSpPr>
        <p:spPr>
          <a:xfrm>
            <a:off x="1127448" y="3059492"/>
            <a:ext cx="3168352" cy="50006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173016" y="4939236"/>
            <a:ext cx="3163344" cy="43398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0667038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dirty="0"/>
              <a:t>Disjoint-set(</a:t>
            </a:r>
            <a:r>
              <a:rPr lang="zh-CN" altLang="en-US" sz="3600" dirty="0"/>
              <a:t>并查集</a:t>
            </a:r>
            <a:r>
              <a:rPr lang="en-US" altLang="zh-CN" sz="3600" dirty="0"/>
              <a:t>) Forests</a:t>
            </a:r>
            <a:endParaRPr lang="zh-CN" altLang="en-US" sz="3600" dirty="0"/>
          </a:p>
        </p:txBody>
      </p:sp>
      <p:sp>
        <p:nvSpPr>
          <p:cNvPr id="3" name="内容占位符 2"/>
          <p:cNvSpPr>
            <a:spLocks noGrp="1"/>
          </p:cNvSpPr>
          <p:nvPr>
            <p:ph idx="1"/>
          </p:nvPr>
        </p:nvSpPr>
        <p:spPr/>
        <p:txBody>
          <a:bodyPr/>
          <a:lstStyle/>
          <a:p>
            <a:r>
              <a:rPr lang="en-US" altLang="zh-CN" dirty="0" smtClean="0"/>
              <a:t>Disjoint-set forests are data structures where each set is represented by a </a:t>
            </a:r>
            <a:r>
              <a:rPr lang="en-US" altLang="zh-CN" dirty="0" smtClean="0">
                <a:solidFill>
                  <a:srgbClr val="FF0000"/>
                </a:solidFill>
              </a:rPr>
              <a:t>tree data structure</a:t>
            </a:r>
            <a:r>
              <a:rPr lang="en-US" altLang="zh-CN" dirty="0" smtClean="0"/>
              <a:t>, in which each node holds a reference to its parent node</a:t>
            </a:r>
          </a:p>
          <a:p>
            <a:r>
              <a:rPr lang="en-US" altLang="zh-CN" dirty="0" smtClean="0"/>
              <a:t>In a disjoint-set forest, the </a:t>
            </a:r>
            <a:r>
              <a:rPr lang="en-US" altLang="zh-CN" dirty="0" smtClean="0">
                <a:solidFill>
                  <a:srgbClr val="FF0000"/>
                </a:solidFill>
              </a:rPr>
              <a:t>representative</a:t>
            </a:r>
            <a:r>
              <a:rPr lang="en-US" altLang="zh-CN" dirty="0" smtClean="0"/>
              <a:t> of each set is the root of that set's tree. </a:t>
            </a:r>
            <a:r>
              <a:rPr lang="en-US" altLang="zh-CN" i="1" dirty="0" smtClean="0">
                <a:solidFill>
                  <a:srgbClr val="FF0000"/>
                </a:solidFill>
              </a:rPr>
              <a:t>Find</a:t>
            </a:r>
            <a:r>
              <a:rPr lang="en-US" altLang="zh-CN" dirty="0" smtClean="0"/>
              <a:t> follows parent nodes until it reaches the root. </a:t>
            </a:r>
            <a:r>
              <a:rPr lang="en-US" altLang="zh-CN" i="1" dirty="0" smtClean="0">
                <a:solidFill>
                  <a:srgbClr val="FF0000"/>
                </a:solidFill>
              </a:rPr>
              <a:t>Union</a:t>
            </a:r>
            <a:r>
              <a:rPr lang="en-US" altLang="zh-CN" dirty="0" smtClean="0"/>
              <a:t> combines two trees into one by attaching the root of one to the root of the other.</a:t>
            </a:r>
          </a:p>
          <a:p>
            <a:r>
              <a:rPr lang="en-US" altLang="zh-CN" dirty="0" smtClean="0"/>
              <a:t>Example: </a:t>
            </a:r>
            <a:r>
              <a:rPr lang="en-US" altLang="zh-TW" dirty="0" smtClean="0"/>
              <a:t>S1 = {0, 6, 7, 8}, S2 = {1, 4, 9}, S3 = {2, 3, 5}</a:t>
            </a:r>
            <a:endParaRPr lang="en-US" altLang="zh-CN" dirty="0" smtClean="0"/>
          </a:p>
          <a:p>
            <a:endParaRPr lang="zh-CN" altLang="en-US" dirty="0"/>
          </a:p>
        </p:txBody>
      </p:sp>
      <p:grpSp>
        <p:nvGrpSpPr>
          <p:cNvPr id="32" name="组合 31"/>
          <p:cNvGrpSpPr/>
          <p:nvPr/>
        </p:nvGrpSpPr>
        <p:grpSpPr>
          <a:xfrm>
            <a:off x="2639616" y="3714750"/>
            <a:ext cx="6721475" cy="1498944"/>
            <a:chOff x="1990725" y="2554288"/>
            <a:chExt cx="6721475" cy="1498944"/>
          </a:xfrm>
        </p:grpSpPr>
        <p:sp>
          <p:nvSpPr>
            <p:cNvPr id="5" name="Oval 4"/>
            <p:cNvSpPr>
              <a:spLocks noChangeArrowheads="1"/>
            </p:cNvSpPr>
            <p:nvPr/>
          </p:nvSpPr>
          <p:spPr bwMode="auto">
            <a:xfrm>
              <a:off x="2603500" y="2633663"/>
              <a:ext cx="392113" cy="392112"/>
            </a:xfrm>
            <a:prstGeom prst="ellipse">
              <a:avLst/>
            </a:prstGeom>
            <a:noFill/>
            <a:ln w="12700">
              <a:solidFill>
                <a:schemeClr val="tx1"/>
              </a:solidFill>
              <a:round/>
              <a:headEnd/>
              <a:tailEnd/>
            </a:ln>
            <a:effectLst/>
          </p:spPr>
          <p:txBody>
            <a:bodyPr wrap="none" anchor="ctr"/>
            <a:lstStyle/>
            <a:p>
              <a:endParaRPr lang="zh-CN" altLang="en-US"/>
            </a:p>
          </p:txBody>
        </p:sp>
        <p:sp>
          <p:nvSpPr>
            <p:cNvPr id="6" name="Rectangle 5"/>
            <p:cNvSpPr>
              <a:spLocks noChangeArrowheads="1"/>
            </p:cNvSpPr>
            <p:nvPr/>
          </p:nvSpPr>
          <p:spPr bwMode="auto">
            <a:xfrm>
              <a:off x="2614613" y="2627313"/>
              <a:ext cx="357470" cy="462307"/>
            </a:xfrm>
            <a:prstGeom prst="rect">
              <a:avLst/>
            </a:prstGeom>
            <a:noFill/>
            <a:ln w="9525">
              <a:noFill/>
              <a:miter lim="800000"/>
              <a:headEnd/>
              <a:tailEnd/>
            </a:ln>
            <a:effectLst/>
          </p:spPr>
          <p:txBody>
            <a:bodyPr wrap="none" lIns="92075" tIns="46038" rIns="92075" bIns="46038">
              <a:spAutoFit/>
            </a:bodyPr>
            <a:lstStyle/>
            <a:p>
              <a:pPr eaLnBrk="0" hangingPunct="0"/>
              <a:r>
                <a:rPr lang="en-US" altLang="zh-TW" sz="2400"/>
                <a:t>0</a:t>
              </a:r>
            </a:p>
          </p:txBody>
        </p:sp>
        <p:sp>
          <p:nvSpPr>
            <p:cNvPr id="7" name="Oval 6"/>
            <p:cNvSpPr>
              <a:spLocks noChangeArrowheads="1"/>
            </p:cNvSpPr>
            <p:nvPr/>
          </p:nvSpPr>
          <p:spPr bwMode="auto">
            <a:xfrm>
              <a:off x="1990725" y="3578225"/>
              <a:ext cx="392113" cy="392113"/>
            </a:xfrm>
            <a:prstGeom prst="ellipse">
              <a:avLst/>
            </a:prstGeom>
            <a:noFill/>
            <a:ln w="12700">
              <a:solidFill>
                <a:schemeClr val="tx1"/>
              </a:solidFill>
              <a:round/>
              <a:headEnd/>
              <a:tailEnd/>
            </a:ln>
            <a:effectLst/>
          </p:spPr>
          <p:txBody>
            <a:bodyPr wrap="none" anchor="ctr"/>
            <a:lstStyle/>
            <a:p>
              <a:endParaRPr lang="zh-CN" altLang="en-US"/>
            </a:p>
          </p:txBody>
        </p:sp>
        <p:sp>
          <p:nvSpPr>
            <p:cNvPr id="8" name="Oval 7"/>
            <p:cNvSpPr>
              <a:spLocks noChangeArrowheads="1"/>
            </p:cNvSpPr>
            <p:nvPr/>
          </p:nvSpPr>
          <p:spPr bwMode="auto">
            <a:xfrm>
              <a:off x="3251200" y="3541713"/>
              <a:ext cx="392113" cy="392112"/>
            </a:xfrm>
            <a:prstGeom prst="ellipse">
              <a:avLst/>
            </a:prstGeom>
            <a:noFill/>
            <a:ln w="12700">
              <a:solidFill>
                <a:schemeClr val="tx1"/>
              </a:solidFill>
              <a:round/>
              <a:headEnd/>
              <a:tailEnd/>
            </a:ln>
            <a:effectLst/>
          </p:spPr>
          <p:txBody>
            <a:bodyPr wrap="none" anchor="ctr"/>
            <a:lstStyle/>
            <a:p>
              <a:endParaRPr lang="zh-CN" altLang="en-US"/>
            </a:p>
          </p:txBody>
        </p:sp>
        <p:sp>
          <p:nvSpPr>
            <p:cNvPr id="9" name="Line 8"/>
            <p:cNvSpPr>
              <a:spLocks noChangeShapeType="1"/>
            </p:cNvSpPr>
            <p:nvPr/>
          </p:nvSpPr>
          <p:spPr bwMode="auto">
            <a:xfrm flipH="1">
              <a:off x="2181225" y="3003550"/>
              <a:ext cx="506413" cy="566738"/>
            </a:xfrm>
            <a:prstGeom prst="line">
              <a:avLst/>
            </a:prstGeom>
            <a:noFill/>
            <a:ln w="12700">
              <a:solidFill>
                <a:schemeClr val="tx1"/>
              </a:solidFill>
              <a:round/>
              <a:headEnd type="stealth" w="med" len="lg"/>
              <a:tailEnd type="none" w="sm" len="sm"/>
            </a:ln>
            <a:effectLst/>
          </p:spPr>
          <p:txBody>
            <a:bodyPr wrap="none" anchor="ctr"/>
            <a:lstStyle/>
            <a:p>
              <a:endParaRPr lang="zh-CN" altLang="en-US"/>
            </a:p>
          </p:txBody>
        </p:sp>
        <p:sp>
          <p:nvSpPr>
            <p:cNvPr id="10" name="Line 9"/>
            <p:cNvSpPr>
              <a:spLocks noChangeShapeType="1"/>
            </p:cNvSpPr>
            <p:nvPr/>
          </p:nvSpPr>
          <p:spPr bwMode="auto">
            <a:xfrm>
              <a:off x="2913063" y="2992438"/>
              <a:ext cx="482600" cy="542925"/>
            </a:xfrm>
            <a:prstGeom prst="line">
              <a:avLst/>
            </a:prstGeom>
            <a:noFill/>
            <a:ln w="12700">
              <a:solidFill>
                <a:schemeClr val="tx1"/>
              </a:solidFill>
              <a:round/>
              <a:headEnd type="stealth" w="med" len="lg"/>
              <a:tailEnd type="none" w="sm" len="sm"/>
            </a:ln>
            <a:effectLst/>
          </p:spPr>
          <p:txBody>
            <a:bodyPr wrap="none" anchor="ctr"/>
            <a:lstStyle/>
            <a:p>
              <a:endParaRPr lang="zh-CN" altLang="en-US"/>
            </a:p>
          </p:txBody>
        </p:sp>
        <p:sp>
          <p:nvSpPr>
            <p:cNvPr id="11" name="Oval 10"/>
            <p:cNvSpPr>
              <a:spLocks noChangeArrowheads="1"/>
            </p:cNvSpPr>
            <p:nvPr/>
          </p:nvSpPr>
          <p:spPr bwMode="auto">
            <a:xfrm>
              <a:off x="2640013" y="3562350"/>
              <a:ext cx="392112" cy="392113"/>
            </a:xfrm>
            <a:prstGeom prst="ellipse">
              <a:avLst/>
            </a:prstGeom>
            <a:noFill/>
            <a:ln w="12700">
              <a:solidFill>
                <a:schemeClr val="tx1"/>
              </a:solidFill>
              <a:round/>
              <a:headEnd/>
              <a:tailEnd/>
            </a:ln>
            <a:effectLst/>
          </p:spPr>
          <p:txBody>
            <a:bodyPr wrap="none" anchor="ctr"/>
            <a:lstStyle/>
            <a:p>
              <a:endParaRPr lang="zh-CN" altLang="en-US"/>
            </a:p>
          </p:txBody>
        </p:sp>
        <p:sp>
          <p:nvSpPr>
            <p:cNvPr id="12" name="Line 11"/>
            <p:cNvSpPr>
              <a:spLocks noChangeShapeType="1"/>
            </p:cNvSpPr>
            <p:nvPr/>
          </p:nvSpPr>
          <p:spPr bwMode="auto">
            <a:xfrm>
              <a:off x="2824163" y="3022600"/>
              <a:ext cx="0" cy="523875"/>
            </a:xfrm>
            <a:prstGeom prst="line">
              <a:avLst/>
            </a:prstGeom>
            <a:noFill/>
            <a:ln w="12700">
              <a:solidFill>
                <a:schemeClr val="tx1"/>
              </a:solidFill>
              <a:round/>
              <a:headEnd type="stealth" w="med" len="lg"/>
              <a:tailEnd type="none" w="sm" len="sm"/>
            </a:ln>
            <a:effectLst/>
          </p:spPr>
          <p:txBody>
            <a:bodyPr wrap="none" anchor="ctr"/>
            <a:lstStyle/>
            <a:p>
              <a:endParaRPr lang="zh-CN" altLang="en-US"/>
            </a:p>
          </p:txBody>
        </p:sp>
        <p:sp>
          <p:nvSpPr>
            <p:cNvPr id="13" name="Rectangle 12"/>
            <p:cNvSpPr>
              <a:spLocks noChangeArrowheads="1"/>
            </p:cNvSpPr>
            <p:nvPr/>
          </p:nvSpPr>
          <p:spPr bwMode="auto">
            <a:xfrm>
              <a:off x="2005013" y="3590925"/>
              <a:ext cx="357470" cy="462307"/>
            </a:xfrm>
            <a:prstGeom prst="rect">
              <a:avLst/>
            </a:prstGeom>
            <a:noFill/>
            <a:ln w="9525">
              <a:noFill/>
              <a:miter lim="800000"/>
              <a:headEnd/>
              <a:tailEnd/>
            </a:ln>
            <a:effectLst/>
          </p:spPr>
          <p:txBody>
            <a:bodyPr wrap="none" lIns="92075" tIns="46038" rIns="92075" bIns="46038">
              <a:spAutoFit/>
            </a:bodyPr>
            <a:lstStyle/>
            <a:p>
              <a:pPr eaLnBrk="0" hangingPunct="0"/>
              <a:r>
                <a:rPr lang="en-US" altLang="zh-TW" sz="2400"/>
                <a:t>6</a:t>
              </a:r>
            </a:p>
          </p:txBody>
        </p:sp>
        <p:sp>
          <p:nvSpPr>
            <p:cNvPr id="14" name="Rectangle 13"/>
            <p:cNvSpPr>
              <a:spLocks noChangeArrowheads="1"/>
            </p:cNvSpPr>
            <p:nvPr/>
          </p:nvSpPr>
          <p:spPr bwMode="auto">
            <a:xfrm>
              <a:off x="2646363" y="3576638"/>
              <a:ext cx="357470" cy="462307"/>
            </a:xfrm>
            <a:prstGeom prst="rect">
              <a:avLst/>
            </a:prstGeom>
            <a:noFill/>
            <a:ln w="9525">
              <a:noFill/>
              <a:miter lim="800000"/>
              <a:headEnd/>
              <a:tailEnd/>
            </a:ln>
            <a:effectLst/>
          </p:spPr>
          <p:txBody>
            <a:bodyPr wrap="none" lIns="92075" tIns="46038" rIns="92075" bIns="46038">
              <a:spAutoFit/>
            </a:bodyPr>
            <a:lstStyle/>
            <a:p>
              <a:pPr eaLnBrk="0" hangingPunct="0"/>
              <a:r>
                <a:rPr lang="en-US" altLang="zh-TW" sz="2400"/>
                <a:t>7</a:t>
              </a:r>
            </a:p>
          </p:txBody>
        </p:sp>
        <p:sp>
          <p:nvSpPr>
            <p:cNvPr id="15" name="Rectangle 14"/>
            <p:cNvSpPr>
              <a:spLocks noChangeArrowheads="1"/>
            </p:cNvSpPr>
            <p:nvPr/>
          </p:nvSpPr>
          <p:spPr bwMode="auto">
            <a:xfrm>
              <a:off x="3255963" y="3556000"/>
              <a:ext cx="357470" cy="462307"/>
            </a:xfrm>
            <a:prstGeom prst="rect">
              <a:avLst/>
            </a:prstGeom>
            <a:noFill/>
            <a:ln w="9525">
              <a:noFill/>
              <a:miter lim="800000"/>
              <a:headEnd/>
              <a:tailEnd/>
            </a:ln>
            <a:effectLst/>
          </p:spPr>
          <p:txBody>
            <a:bodyPr wrap="none" lIns="92075" tIns="46038" rIns="92075" bIns="46038">
              <a:spAutoFit/>
            </a:bodyPr>
            <a:lstStyle/>
            <a:p>
              <a:pPr eaLnBrk="0" hangingPunct="0"/>
              <a:r>
                <a:rPr lang="en-US" altLang="zh-TW" sz="2400"/>
                <a:t>8</a:t>
              </a:r>
            </a:p>
          </p:txBody>
        </p:sp>
        <p:sp>
          <p:nvSpPr>
            <p:cNvPr id="16" name="Oval 15"/>
            <p:cNvSpPr>
              <a:spLocks noChangeArrowheads="1"/>
            </p:cNvSpPr>
            <p:nvPr/>
          </p:nvSpPr>
          <p:spPr bwMode="auto">
            <a:xfrm>
              <a:off x="5138738" y="2598738"/>
              <a:ext cx="392112" cy="392112"/>
            </a:xfrm>
            <a:prstGeom prst="ellipse">
              <a:avLst/>
            </a:prstGeom>
            <a:noFill/>
            <a:ln w="12700">
              <a:solidFill>
                <a:schemeClr val="tx1"/>
              </a:solidFill>
              <a:round/>
              <a:headEnd/>
              <a:tailEnd/>
            </a:ln>
            <a:effectLst/>
          </p:spPr>
          <p:txBody>
            <a:bodyPr wrap="none" anchor="ctr"/>
            <a:lstStyle/>
            <a:p>
              <a:endParaRPr lang="zh-CN" altLang="en-US"/>
            </a:p>
          </p:txBody>
        </p:sp>
        <p:sp>
          <p:nvSpPr>
            <p:cNvPr id="17" name="Rectangle 16"/>
            <p:cNvSpPr>
              <a:spLocks noChangeArrowheads="1"/>
            </p:cNvSpPr>
            <p:nvPr/>
          </p:nvSpPr>
          <p:spPr bwMode="auto">
            <a:xfrm>
              <a:off x="5149850" y="2592388"/>
              <a:ext cx="357470" cy="462307"/>
            </a:xfrm>
            <a:prstGeom prst="rect">
              <a:avLst/>
            </a:prstGeom>
            <a:noFill/>
            <a:ln w="9525">
              <a:noFill/>
              <a:miter lim="800000"/>
              <a:headEnd/>
              <a:tailEnd/>
            </a:ln>
            <a:effectLst/>
          </p:spPr>
          <p:txBody>
            <a:bodyPr wrap="none" lIns="92075" tIns="46038" rIns="92075" bIns="46038">
              <a:spAutoFit/>
            </a:bodyPr>
            <a:lstStyle/>
            <a:p>
              <a:pPr eaLnBrk="0" hangingPunct="0"/>
              <a:r>
                <a:rPr lang="en-US" altLang="zh-TW" sz="2400"/>
                <a:t>1</a:t>
              </a:r>
            </a:p>
          </p:txBody>
        </p:sp>
        <p:sp>
          <p:nvSpPr>
            <p:cNvPr id="18" name="Oval 17"/>
            <p:cNvSpPr>
              <a:spLocks noChangeArrowheads="1"/>
            </p:cNvSpPr>
            <p:nvPr/>
          </p:nvSpPr>
          <p:spPr bwMode="auto">
            <a:xfrm>
              <a:off x="4525963" y="3543300"/>
              <a:ext cx="392112" cy="392113"/>
            </a:xfrm>
            <a:prstGeom prst="ellipse">
              <a:avLst/>
            </a:prstGeom>
            <a:noFill/>
            <a:ln w="12700">
              <a:solidFill>
                <a:schemeClr val="tx1"/>
              </a:solidFill>
              <a:round/>
              <a:headEnd/>
              <a:tailEnd/>
            </a:ln>
            <a:effectLst/>
          </p:spPr>
          <p:txBody>
            <a:bodyPr wrap="none" anchor="ctr"/>
            <a:lstStyle/>
            <a:p>
              <a:endParaRPr lang="zh-CN" altLang="en-US"/>
            </a:p>
          </p:txBody>
        </p:sp>
        <p:sp>
          <p:nvSpPr>
            <p:cNvPr id="19" name="Oval 18"/>
            <p:cNvSpPr>
              <a:spLocks noChangeArrowheads="1"/>
            </p:cNvSpPr>
            <p:nvPr/>
          </p:nvSpPr>
          <p:spPr bwMode="auto">
            <a:xfrm>
              <a:off x="5786438" y="3506788"/>
              <a:ext cx="392112" cy="392112"/>
            </a:xfrm>
            <a:prstGeom prst="ellipse">
              <a:avLst/>
            </a:prstGeom>
            <a:noFill/>
            <a:ln w="12700">
              <a:solidFill>
                <a:schemeClr val="tx1"/>
              </a:solidFill>
              <a:round/>
              <a:headEnd/>
              <a:tailEnd/>
            </a:ln>
            <a:effectLst/>
          </p:spPr>
          <p:txBody>
            <a:bodyPr wrap="none" anchor="ctr"/>
            <a:lstStyle/>
            <a:p>
              <a:endParaRPr lang="zh-CN" altLang="en-US"/>
            </a:p>
          </p:txBody>
        </p:sp>
        <p:sp>
          <p:nvSpPr>
            <p:cNvPr id="20" name="Line 19"/>
            <p:cNvSpPr>
              <a:spLocks noChangeShapeType="1"/>
            </p:cNvSpPr>
            <p:nvPr/>
          </p:nvSpPr>
          <p:spPr bwMode="auto">
            <a:xfrm flipH="1">
              <a:off x="4716463" y="2968625"/>
              <a:ext cx="506412" cy="566738"/>
            </a:xfrm>
            <a:prstGeom prst="line">
              <a:avLst/>
            </a:prstGeom>
            <a:noFill/>
            <a:ln w="12700">
              <a:solidFill>
                <a:schemeClr val="tx1"/>
              </a:solidFill>
              <a:round/>
              <a:headEnd type="stealth" w="med" len="lg"/>
              <a:tailEnd type="none" w="sm" len="sm"/>
            </a:ln>
            <a:effectLst/>
          </p:spPr>
          <p:txBody>
            <a:bodyPr wrap="none" anchor="ctr"/>
            <a:lstStyle/>
            <a:p>
              <a:endParaRPr lang="zh-CN" altLang="en-US"/>
            </a:p>
          </p:txBody>
        </p:sp>
        <p:sp>
          <p:nvSpPr>
            <p:cNvPr id="21" name="Line 20"/>
            <p:cNvSpPr>
              <a:spLocks noChangeShapeType="1"/>
            </p:cNvSpPr>
            <p:nvPr/>
          </p:nvSpPr>
          <p:spPr bwMode="auto">
            <a:xfrm>
              <a:off x="5448300" y="2957513"/>
              <a:ext cx="482600" cy="542925"/>
            </a:xfrm>
            <a:prstGeom prst="line">
              <a:avLst/>
            </a:prstGeom>
            <a:noFill/>
            <a:ln w="12700">
              <a:solidFill>
                <a:schemeClr val="tx1"/>
              </a:solidFill>
              <a:round/>
              <a:headEnd type="stealth" w="med" len="lg"/>
              <a:tailEnd type="none" w="sm" len="sm"/>
            </a:ln>
            <a:effectLst/>
          </p:spPr>
          <p:txBody>
            <a:bodyPr wrap="none" anchor="ctr"/>
            <a:lstStyle/>
            <a:p>
              <a:endParaRPr lang="zh-CN" altLang="en-US"/>
            </a:p>
          </p:txBody>
        </p:sp>
        <p:sp>
          <p:nvSpPr>
            <p:cNvPr id="22" name="Rectangle 21"/>
            <p:cNvSpPr>
              <a:spLocks noChangeArrowheads="1"/>
            </p:cNvSpPr>
            <p:nvPr/>
          </p:nvSpPr>
          <p:spPr bwMode="auto">
            <a:xfrm>
              <a:off x="4540250" y="3556000"/>
              <a:ext cx="357470" cy="462307"/>
            </a:xfrm>
            <a:prstGeom prst="rect">
              <a:avLst/>
            </a:prstGeom>
            <a:noFill/>
            <a:ln w="9525">
              <a:noFill/>
              <a:miter lim="800000"/>
              <a:headEnd/>
              <a:tailEnd/>
            </a:ln>
            <a:effectLst/>
          </p:spPr>
          <p:txBody>
            <a:bodyPr wrap="none" lIns="92075" tIns="46038" rIns="92075" bIns="46038">
              <a:spAutoFit/>
            </a:bodyPr>
            <a:lstStyle/>
            <a:p>
              <a:pPr eaLnBrk="0" hangingPunct="0"/>
              <a:r>
                <a:rPr lang="en-US" altLang="zh-TW" sz="2400"/>
                <a:t>4</a:t>
              </a:r>
            </a:p>
          </p:txBody>
        </p:sp>
        <p:sp>
          <p:nvSpPr>
            <p:cNvPr id="23" name="Rectangle 22"/>
            <p:cNvSpPr>
              <a:spLocks noChangeArrowheads="1"/>
            </p:cNvSpPr>
            <p:nvPr/>
          </p:nvSpPr>
          <p:spPr bwMode="auto">
            <a:xfrm>
              <a:off x="5791200" y="3521075"/>
              <a:ext cx="357470" cy="462307"/>
            </a:xfrm>
            <a:prstGeom prst="rect">
              <a:avLst/>
            </a:prstGeom>
            <a:noFill/>
            <a:ln w="9525">
              <a:noFill/>
              <a:miter lim="800000"/>
              <a:headEnd/>
              <a:tailEnd/>
            </a:ln>
            <a:effectLst/>
          </p:spPr>
          <p:txBody>
            <a:bodyPr wrap="none" lIns="92075" tIns="46038" rIns="92075" bIns="46038">
              <a:spAutoFit/>
            </a:bodyPr>
            <a:lstStyle/>
            <a:p>
              <a:pPr eaLnBrk="0" hangingPunct="0"/>
              <a:r>
                <a:rPr lang="en-US" altLang="zh-TW" sz="2400"/>
                <a:t>9</a:t>
              </a:r>
            </a:p>
          </p:txBody>
        </p:sp>
        <p:sp>
          <p:nvSpPr>
            <p:cNvPr id="24" name="Oval 23"/>
            <p:cNvSpPr>
              <a:spLocks noChangeArrowheads="1"/>
            </p:cNvSpPr>
            <p:nvPr/>
          </p:nvSpPr>
          <p:spPr bwMode="auto">
            <a:xfrm>
              <a:off x="7672388" y="2560638"/>
              <a:ext cx="392112" cy="392112"/>
            </a:xfrm>
            <a:prstGeom prst="ellipse">
              <a:avLst/>
            </a:prstGeom>
            <a:noFill/>
            <a:ln w="12700">
              <a:solidFill>
                <a:schemeClr val="tx1"/>
              </a:solidFill>
              <a:round/>
              <a:headEnd/>
              <a:tailEnd/>
            </a:ln>
            <a:effectLst/>
          </p:spPr>
          <p:txBody>
            <a:bodyPr wrap="none" anchor="ctr"/>
            <a:lstStyle/>
            <a:p>
              <a:endParaRPr lang="zh-CN" altLang="en-US"/>
            </a:p>
          </p:txBody>
        </p:sp>
        <p:sp>
          <p:nvSpPr>
            <p:cNvPr id="25" name="Rectangle 24"/>
            <p:cNvSpPr>
              <a:spLocks noChangeArrowheads="1"/>
            </p:cNvSpPr>
            <p:nvPr/>
          </p:nvSpPr>
          <p:spPr bwMode="auto">
            <a:xfrm>
              <a:off x="7683500" y="2554288"/>
              <a:ext cx="357470" cy="462307"/>
            </a:xfrm>
            <a:prstGeom prst="rect">
              <a:avLst/>
            </a:prstGeom>
            <a:noFill/>
            <a:ln w="9525">
              <a:noFill/>
              <a:miter lim="800000"/>
              <a:headEnd/>
              <a:tailEnd/>
            </a:ln>
            <a:effectLst/>
          </p:spPr>
          <p:txBody>
            <a:bodyPr wrap="none" lIns="92075" tIns="46038" rIns="92075" bIns="46038">
              <a:spAutoFit/>
            </a:bodyPr>
            <a:lstStyle/>
            <a:p>
              <a:pPr eaLnBrk="0" hangingPunct="0"/>
              <a:r>
                <a:rPr lang="en-US" altLang="zh-TW" sz="2400"/>
                <a:t>2</a:t>
              </a:r>
            </a:p>
          </p:txBody>
        </p:sp>
        <p:sp>
          <p:nvSpPr>
            <p:cNvPr id="26" name="Oval 25"/>
            <p:cNvSpPr>
              <a:spLocks noChangeArrowheads="1"/>
            </p:cNvSpPr>
            <p:nvPr/>
          </p:nvSpPr>
          <p:spPr bwMode="auto">
            <a:xfrm>
              <a:off x="7059613" y="3505200"/>
              <a:ext cx="392112" cy="392113"/>
            </a:xfrm>
            <a:prstGeom prst="ellipse">
              <a:avLst/>
            </a:prstGeom>
            <a:noFill/>
            <a:ln w="12700">
              <a:solidFill>
                <a:schemeClr val="tx1"/>
              </a:solidFill>
              <a:round/>
              <a:headEnd/>
              <a:tailEnd/>
            </a:ln>
            <a:effectLst/>
          </p:spPr>
          <p:txBody>
            <a:bodyPr wrap="none" anchor="ctr"/>
            <a:lstStyle/>
            <a:p>
              <a:endParaRPr lang="zh-CN" altLang="en-US"/>
            </a:p>
          </p:txBody>
        </p:sp>
        <p:sp>
          <p:nvSpPr>
            <p:cNvPr id="27" name="Oval 26"/>
            <p:cNvSpPr>
              <a:spLocks noChangeArrowheads="1"/>
            </p:cNvSpPr>
            <p:nvPr/>
          </p:nvSpPr>
          <p:spPr bwMode="auto">
            <a:xfrm>
              <a:off x="8320088" y="3468688"/>
              <a:ext cx="392112" cy="392112"/>
            </a:xfrm>
            <a:prstGeom prst="ellipse">
              <a:avLst/>
            </a:prstGeom>
            <a:noFill/>
            <a:ln w="12700">
              <a:solidFill>
                <a:schemeClr val="tx1"/>
              </a:solidFill>
              <a:round/>
              <a:headEnd/>
              <a:tailEnd/>
            </a:ln>
            <a:effectLst/>
          </p:spPr>
          <p:txBody>
            <a:bodyPr wrap="none" anchor="ctr"/>
            <a:lstStyle/>
            <a:p>
              <a:endParaRPr lang="zh-CN" altLang="en-US"/>
            </a:p>
          </p:txBody>
        </p:sp>
        <p:sp>
          <p:nvSpPr>
            <p:cNvPr id="28" name="Line 27"/>
            <p:cNvSpPr>
              <a:spLocks noChangeShapeType="1"/>
            </p:cNvSpPr>
            <p:nvPr/>
          </p:nvSpPr>
          <p:spPr bwMode="auto">
            <a:xfrm flipH="1">
              <a:off x="7250113" y="2930525"/>
              <a:ext cx="506412" cy="566738"/>
            </a:xfrm>
            <a:prstGeom prst="line">
              <a:avLst/>
            </a:prstGeom>
            <a:noFill/>
            <a:ln w="12700">
              <a:solidFill>
                <a:schemeClr val="tx1"/>
              </a:solidFill>
              <a:round/>
              <a:headEnd type="stealth" w="med" len="lg"/>
              <a:tailEnd type="none" w="sm" len="sm"/>
            </a:ln>
            <a:effectLst/>
          </p:spPr>
          <p:txBody>
            <a:bodyPr wrap="none" anchor="ctr"/>
            <a:lstStyle/>
            <a:p>
              <a:endParaRPr lang="zh-CN" altLang="en-US"/>
            </a:p>
          </p:txBody>
        </p:sp>
        <p:sp>
          <p:nvSpPr>
            <p:cNvPr id="29" name="Line 28"/>
            <p:cNvSpPr>
              <a:spLocks noChangeShapeType="1"/>
            </p:cNvSpPr>
            <p:nvPr/>
          </p:nvSpPr>
          <p:spPr bwMode="auto">
            <a:xfrm>
              <a:off x="7981950" y="2919413"/>
              <a:ext cx="482600" cy="542925"/>
            </a:xfrm>
            <a:prstGeom prst="line">
              <a:avLst/>
            </a:prstGeom>
            <a:noFill/>
            <a:ln w="12700">
              <a:solidFill>
                <a:schemeClr val="tx1"/>
              </a:solidFill>
              <a:round/>
              <a:headEnd type="stealth" w="med" len="lg"/>
              <a:tailEnd type="none" w="sm" len="sm"/>
            </a:ln>
            <a:effectLst/>
          </p:spPr>
          <p:txBody>
            <a:bodyPr wrap="none" anchor="ctr"/>
            <a:lstStyle/>
            <a:p>
              <a:endParaRPr lang="zh-CN" altLang="en-US"/>
            </a:p>
          </p:txBody>
        </p:sp>
        <p:sp>
          <p:nvSpPr>
            <p:cNvPr id="30" name="Rectangle 29"/>
            <p:cNvSpPr>
              <a:spLocks noChangeArrowheads="1"/>
            </p:cNvSpPr>
            <p:nvPr/>
          </p:nvSpPr>
          <p:spPr bwMode="auto">
            <a:xfrm>
              <a:off x="7073900" y="3517900"/>
              <a:ext cx="357470" cy="462307"/>
            </a:xfrm>
            <a:prstGeom prst="rect">
              <a:avLst/>
            </a:prstGeom>
            <a:noFill/>
            <a:ln w="9525">
              <a:noFill/>
              <a:miter lim="800000"/>
              <a:headEnd/>
              <a:tailEnd/>
            </a:ln>
            <a:effectLst/>
          </p:spPr>
          <p:txBody>
            <a:bodyPr wrap="none" lIns="92075" tIns="46038" rIns="92075" bIns="46038">
              <a:spAutoFit/>
            </a:bodyPr>
            <a:lstStyle/>
            <a:p>
              <a:pPr eaLnBrk="0" hangingPunct="0"/>
              <a:r>
                <a:rPr lang="en-US" altLang="zh-TW" sz="2400"/>
                <a:t>3</a:t>
              </a:r>
            </a:p>
          </p:txBody>
        </p:sp>
        <p:sp>
          <p:nvSpPr>
            <p:cNvPr id="31" name="Rectangle 30"/>
            <p:cNvSpPr>
              <a:spLocks noChangeArrowheads="1"/>
            </p:cNvSpPr>
            <p:nvPr/>
          </p:nvSpPr>
          <p:spPr bwMode="auto">
            <a:xfrm>
              <a:off x="8324850" y="3482975"/>
              <a:ext cx="357470" cy="462307"/>
            </a:xfrm>
            <a:prstGeom prst="rect">
              <a:avLst/>
            </a:prstGeom>
            <a:noFill/>
            <a:ln w="9525">
              <a:noFill/>
              <a:miter lim="800000"/>
              <a:headEnd/>
              <a:tailEnd/>
            </a:ln>
            <a:effectLst/>
          </p:spPr>
          <p:txBody>
            <a:bodyPr wrap="none" lIns="92075" tIns="46038" rIns="92075" bIns="46038">
              <a:spAutoFit/>
            </a:bodyPr>
            <a:lstStyle/>
            <a:p>
              <a:pPr eaLnBrk="0" hangingPunct="0"/>
              <a:r>
                <a:rPr lang="en-US" altLang="zh-TW" sz="2400"/>
                <a:t>5</a:t>
              </a:r>
            </a:p>
          </p:txBody>
        </p:sp>
      </p:grpSp>
    </p:spTree>
    <p:extLst>
      <p:ext uri="{BB962C8B-B14F-4D97-AF65-F5344CB8AC3E}">
        <p14:creationId xmlns:p14="http://schemas.microsoft.com/office/powerpoint/2010/main" val="328182282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TW" sz="3600" dirty="0"/>
              <a:t>Disjoint-set Forests</a:t>
            </a:r>
            <a:endParaRPr lang="zh-CN" altLang="en-US" dirty="0"/>
          </a:p>
        </p:txBody>
      </p:sp>
      <p:sp>
        <p:nvSpPr>
          <p:cNvPr id="3" name="内容占位符 2"/>
          <p:cNvSpPr>
            <a:spLocks noGrp="1"/>
          </p:cNvSpPr>
          <p:nvPr>
            <p:ph idx="1"/>
          </p:nvPr>
        </p:nvSpPr>
        <p:spPr/>
        <p:txBody>
          <a:bodyPr/>
          <a:lstStyle/>
          <a:p>
            <a:r>
              <a:rPr lang="en-US" altLang="zh-CN" dirty="0" smtClean="0"/>
              <a:t>Use Parent method to represent disjoint-set forests.</a:t>
            </a:r>
          </a:p>
          <a:p>
            <a:endParaRPr lang="en-US" altLang="zh-CN" dirty="0" smtClean="0"/>
          </a:p>
          <a:p>
            <a:endParaRPr lang="en-US" altLang="zh-CN" dirty="0" smtClean="0"/>
          </a:p>
          <a:p>
            <a:endParaRPr lang="en-US" altLang="zh-CN" dirty="0" smtClean="0"/>
          </a:p>
          <a:p>
            <a:endParaRPr lang="en-US" altLang="zh-CN" dirty="0" smtClean="0"/>
          </a:p>
          <a:p>
            <a:r>
              <a:rPr lang="en-US" altLang="zh-TW" dirty="0" smtClean="0"/>
              <a:t>Two operations considered here</a:t>
            </a:r>
          </a:p>
          <a:p>
            <a:pPr lvl="1"/>
            <a:r>
              <a:rPr lang="en-US" altLang="zh-TW" sz="2400" i="1" dirty="0"/>
              <a:t>Disjoint set union </a:t>
            </a:r>
          </a:p>
          <a:p>
            <a:pPr lvl="1" algn="ctr">
              <a:buNone/>
            </a:pPr>
            <a:r>
              <a:rPr lang="en-US" altLang="zh-TW" sz="2400" dirty="0">
                <a:solidFill>
                  <a:srgbClr val="CC3300"/>
                </a:solidFill>
              </a:rPr>
              <a:t>S</a:t>
            </a:r>
            <a:r>
              <a:rPr lang="en-US" altLang="zh-TW" sz="2400" baseline="-25000" dirty="0">
                <a:solidFill>
                  <a:srgbClr val="CC3300"/>
                </a:solidFill>
              </a:rPr>
              <a:t>1</a:t>
            </a:r>
            <a:r>
              <a:rPr lang="en-US" altLang="zh-TW" sz="2400" dirty="0">
                <a:solidFill>
                  <a:srgbClr val="CC3300"/>
                </a:solidFill>
              </a:rPr>
              <a:t> </a:t>
            </a:r>
            <a:r>
              <a:rPr lang="en-US" altLang="zh-TW" sz="2400" dirty="0">
                <a:solidFill>
                  <a:srgbClr val="CC3300"/>
                </a:solidFill>
                <a:sym typeface="Symbol" pitchFamily="18" charset="2"/>
              </a:rPr>
              <a:t> S</a:t>
            </a:r>
            <a:r>
              <a:rPr lang="en-US" altLang="zh-TW" sz="2400" baseline="-25000" dirty="0">
                <a:solidFill>
                  <a:srgbClr val="CC3300"/>
                </a:solidFill>
                <a:sym typeface="Symbol" pitchFamily="18" charset="2"/>
              </a:rPr>
              <a:t>2 </a:t>
            </a:r>
            <a:r>
              <a:rPr lang="en-US" altLang="zh-TW" sz="2400" dirty="0">
                <a:solidFill>
                  <a:srgbClr val="CC3300"/>
                </a:solidFill>
                <a:sym typeface="Symbol" pitchFamily="18" charset="2"/>
              </a:rPr>
              <a:t>= {0,6,7,8,1,4,9}</a:t>
            </a:r>
          </a:p>
          <a:p>
            <a:pPr lvl="1"/>
            <a:r>
              <a:rPr lang="en-US" altLang="zh-TW" sz="2400" i="1" dirty="0" smtClean="0"/>
              <a:t>Find</a:t>
            </a:r>
            <a:r>
              <a:rPr lang="en-US" altLang="zh-TW" sz="2400" dirty="0" smtClean="0"/>
              <a:t>(</a:t>
            </a:r>
            <a:r>
              <a:rPr lang="en-US" altLang="zh-TW" sz="2400" i="1" dirty="0" err="1" smtClean="0"/>
              <a:t>i</a:t>
            </a:r>
            <a:r>
              <a:rPr lang="en-US" altLang="zh-TW" sz="2400" dirty="0"/>
              <a:t>): Find the set containing the element </a:t>
            </a:r>
            <a:r>
              <a:rPr lang="en-US" altLang="zh-TW" sz="2400" i="1" dirty="0"/>
              <a:t>I, </a:t>
            </a:r>
            <a:endParaRPr lang="en-US" altLang="zh-TW" sz="2400" dirty="0"/>
          </a:p>
          <a:p>
            <a:pPr lvl="1" algn="ctr">
              <a:buNone/>
            </a:pPr>
            <a:r>
              <a:rPr lang="en-US" altLang="zh-TW" sz="2400" dirty="0">
                <a:solidFill>
                  <a:srgbClr val="CC3300"/>
                </a:solidFill>
              </a:rPr>
              <a:t>3 </a:t>
            </a:r>
            <a:r>
              <a:rPr lang="en-US" altLang="zh-TW" sz="2400" dirty="0">
                <a:solidFill>
                  <a:srgbClr val="CC3300"/>
                </a:solidFill>
                <a:sym typeface="Symbol" pitchFamily="18" charset="2"/>
              </a:rPr>
              <a:t> S</a:t>
            </a:r>
            <a:r>
              <a:rPr lang="en-US" altLang="zh-TW" sz="2400" baseline="-25000" dirty="0">
                <a:solidFill>
                  <a:srgbClr val="CC3300"/>
                </a:solidFill>
                <a:sym typeface="Symbol" pitchFamily="18" charset="2"/>
              </a:rPr>
              <a:t>3</a:t>
            </a:r>
            <a:r>
              <a:rPr lang="en-US" altLang="zh-TW" sz="2400" dirty="0">
                <a:solidFill>
                  <a:srgbClr val="CC3300"/>
                </a:solidFill>
                <a:sym typeface="Symbol" pitchFamily="18" charset="2"/>
              </a:rPr>
              <a:t>, 8  S</a:t>
            </a:r>
            <a:r>
              <a:rPr lang="en-US" altLang="zh-TW" sz="2400" baseline="-25000" dirty="0">
                <a:solidFill>
                  <a:srgbClr val="CC3300"/>
                </a:solidFill>
                <a:sym typeface="Symbol" pitchFamily="18" charset="2"/>
              </a:rPr>
              <a:t>1</a:t>
            </a:r>
            <a:endParaRPr lang="zh-CN" altLang="en-US" sz="2400" dirty="0"/>
          </a:p>
        </p:txBody>
      </p:sp>
      <p:grpSp>
        <p:nvGrpSpPr>
          <p:cNvPr id="4" name="组合 3"/>
          <p:cNvGrpSpPr/>
          <p:nvPr/>
        </p:nvGrpSpPr>
        <p:grpSpPr>
          <a:xfrm>
            <a:off x="2595539" y="1435097"/>
            <a:ext cx="6721475" cy="1498944"/>
            <a:chOff x="1990725" y="2554288"/>
            <a:chExt cx="6721475" cy="1498944"/>
          </a:xfrm>
        </p:grpSpPr>
        <p:sp>
          <p:nvSpPr>
            <p:cNvPr id="5" name="Oval 4"/>
            <p:cNvSpPr>
              <a:spLocks noChangeArrowheads="1"/>
            </p:cNvSpPr>
            <p:nvPr/>
          </p:nvSpPr>
          <p:spPr bwMode="auto">
            <a:xfrm>
              <a:off x="2603500" y="2633663"/>
              <a:ext cx="392113" cy="392112"/>
            </a:xfrm>
            <a:prstGeom prst="ellipse">
              <a:avLst/>
            </a:prstGeom>
            <a:noFill/>
            <a:ln w="12700">
              <a:solidFill>
                <a:schemeClr val="tx1"/>
              </a:solidFill>
              <a:round/>
              <a:headEnd/>
              <a:tailEnd/>
            </a:ln>
            <a:effectLst/>
          </p:spPr>
          <p:txBody>
            <a:bodyPr wrap="none" anchor="ctr"/>
            <a:lstStyle/>
            <a:p>
              <a:endParaRPr lang="zh-CN" altLang="en-US"/>
            </a:p>
          </p:txBody>
        </p:sp>
        <p:sp>
          <p:nvSpPr>
            <p:cNvPr id="6" name="Rectangle 5"/>
            <p:cNvSpPr>
              <a:spLocks noChangeArrowheads="1"/>
            </p:cNvSpPr>
            <p:nvPr/>
          </p:nvSpPr>
          <p:spPr bwMode="auto">
            <a:xfrm>
              <a:off x="2614613" y="2627313"/>
              <a:ext cx="357470" cy="462307"/>
            </a:xfrm>
            <a:prstGeom prst="rect">
              <a:avLst/>
            </a:prstGeom>
            <a:noFill/>
            <a:ln w="9525">
              <a:noFill/>
              <a:miter lim="800000"/>
              <a:headEnd/>
              <a:tailEnd/>
            </a:ln>
            <a:effectLst/>
          </p:spPr>
          <p:txBody>
            <a:bodyPr wrap="none" lIns="92075" tIns="46038" rIns="92075" bIns="46038">
              <a:spAutoFit/>
            </a:bodyPr>
            <a:lstStyle/>
            <a:p>
              <a:pPr eaLnBrk="0" hangingPunct="0"/>
              <a:r>
                <a:rPr lang="en-US" altLang="zh-TW" sz="2400"/>
                <a:t>0</a:t>
              </a:r>
            </a:p>
          </p:txBody>
        </p:sp>
        <p:sp>
          <p:nvSpPr>
            <p:cNvPr id="7" name="Oval 6"/>
            <p:cNvSpPr>
              <a:spLocks noChangeArrowheads="1"/>
            </p:cNvSpPr>
            <p:nvPr/>
          </p:nvSpPr>
          <p:spPr bwMode="auto">
            <a:xfrm>
              <a:off x="1990725" y="3578225"/>
              <a:ext cx="392113" cy="392113"/>
            </a:xfrm>
            <a:prstGeom prst="ellipse">
              <a:avLst/>
            </a:prstGeom>
            <a:noFill/>
            <a:ln w="12700">
              <a:solidFill>
                <a:schemeClr val="tx1"/>
              </a:solidFill>
              <a:round/>
              <a:headEnd/>
              <a:tailEnd/>
            </a:ln>
            <a:effectLst/>
          </p:spPr>
          <p:txBody>
            <a:bodyPr wrap="none" anchor="ctr"/>
            <a:lstStyle/>
            <a:p>
              <a:endParaRPr lang="zh-CN" altLang="en-US"/>
            </a:p>
          </p:txBody>
        </p:sp>
        <p:sp>
          <p:nvSpPr>
            <p:cNvPr id="8" name="Oval 7"/>
            <p:cNvSpPr>
              <a:spLocks noChangeArrowheads="1"/>
            </p:cNvSpPr>
            <p:nvPr/>
          </p:nvSpPr>
          <p:spPr bwMode="auto">
            <a:xfrm>
              <a:off x="3251200" y="3541713"/>
              <a:ext cx="392113" cy="392112"/>
            </a:xfrm>
            <a:prstGeom prst="ellipse">
              <a:avLst/>
            </a:prstGeom>
            <a:noFill/>
            <a:ln w="12700">
              <a:solidFill>
                <a:schemeClr val="tx1"/>
              </a:solidFill>
              <a:round/>
              <a:headEnd/>
              <a:tailEnd/>
            </a:ln>
            <a:effectLst/>
          </p:spPr>
          <p:txBody>
            <a:bodyPr wrap="none" anchor="ctr"/>
            <a:lstStyle/>
            <a:p>
              <a:endParaRPr lang="zh-CN" altLang="en-US"/>
            </a:p>
          </p:txBody>
        </p:sp>
        <p:sp>
          <p:nvSpPr>
            <p:cNvPr id="9" name="Line 8"/>
            <p:cNvSpPr>
              <a:spLocks noChangeShapeType="1"/>
            </p:cNvSpPr>
            <p:nvPr/>
          </p:nvSpPr>
          <p:spPr bwMode="auto">
            <a:xfrm flipH="1">
              <a:off x="2181225" y="3003550"/>
              <a:ext cx="506413" cy="566738"/>
            </a:xfrm>
            <a:prstGeom prst="line">
              <a:avLst/>
            </a:prstGeom>
            <a:noFill/>
            <a:ln w="12700">
              <a:solidFill>
                <a:schemeClr val="tx1"/>
              </a:solidFill>
              <a:round/>
              <a:headEnd type="stealth" w="med" len="lg"/>
              <a:tailEnd type="none" w="sm" len="sm"/>
            </a:ln>
            <a:effectLst/>
          </p:spPr>
          <p:txBody>
            <a:bodyPr wrap="none" anchor="ctr"/>
            <a:lstStyle/>
            <a:p>
              <a:endParaRPr lang="zh-CN" altLang="en-US"/>
            </a:p>
          </p:txBody>
        </p:sp>
        <p:sp>
          <p:nvSpPr>
            <p:cNvPr id="10" name="Line 9"/>
            <p:cNvSpPr>
              <a:spLocks noChangeShapeType="1"/>
            </p:cNvSpPr>
            <p:nvPr/>
          </p:nvSpPr>
          <p:spPr bwMode="auto">
            <a:xfrm>
              <a:off x="2913063" y="2992438"/>
              <a:ext cx="482600" cy="542925"/>
            </a:xfrm>
            <a:prstGeom prst="line">
              <a:avLst/>
            </a:prstGeom>
            <a:noFill/>
            <a:ln w="12700">
              <a:solidFill>
                <a:schemeClr val="tx1"/>
              </a:solidFill>
              <a:round/>
              <a:headEnd type="stealth" w="med" len="lg"/>
              <a:tailEnd type="none" w="sm" len="sm"/>
            </a:ln>
            <a:effectLst/>
          </p:spPr>
          <p:txBody>
            <a:bodyPr wrap="none" anchor="ctr"/>
            <a:lstStyle/>
            <a:p>
              <a:endParaRPr lang="zh-CN" altLang="en-US"/>
            </a:p>
          </p:txBody>
        </p:sp>
        <p:sp>
          <p:nvSpPr>
            <p:cNvPr id="11" name="Oval 10"/>
            <p:cNvSpPr>
              <a:spLocks noChangeArrowheads="1"/>
            </p:cNvSpPr>
            <p:nvPr/>
          </p:nvSpPr>
          <p:spPr bwMode="auto">
            <a:xfrm>
              <a:off x="2640013" y="3562350"/>
              <a:ext cx="392112" cy="392113"/>
            </a:xfrm>
            <a:prstGeom prst="ellipse">
              <a:avLst/>
            </a:prstGeom>
            <a:noFill/>
            <a:ln w="12700">
              <a:solidFill>
                <a:schemeClr val="tx1"/>
              </a:solidFill>
              <a:round/>
              <a:headEnd/>
              <a:tailEnd/>
            </a:ln>
            <a:effectLst/>
          </p:spPr>
          <p:txBody>
            <a:bodyPr wrap="none" anchor="ctr"/>
            <a:lstStyle/>
            <a:p>
              <a:endParaRPr lang="zh-CN" altLang="en-US"/>
            </a:p>
          </p:txBody>
        </p:sp>
        <p:sp>
          <p:nvSpPr>
            <p:cNvPr id="12" name="Line 11"/>
            <p:cNvSpPr>
              <a:spLocks noChangeShapeType="1"/>
            </p:cNvSpPr>
            <p:nvPr/>
          </p:nvSpPr>
          <p:spPr bwMode="auto">
            <a:xfrm>
              <a:off x="2824163" y="3022600"/>
              <a:ext cx="0" cy="523875"/>
            </a:xfrm>
            <a:prstGeom prst="line">
              <a:avLst/>
            </a:prstGeom>
            <a:noFill/>
            <a:ln w="12700">
              <a:solidFill>
                <a:schemeClr val="tx1"/>
              </a:solidFill>
              <a:round/>
              <a:headEnd type="stealth" w="med" len="lg"/>
              <a:tailEnd type="none" w="sm" len="sm"/>
            </a:ln>
            <a:effectLst/>
          </p:spPr>
          <p:txBody>
            <a:bodyPr wrap="none" anchor="ctr"/>
            <a:lstStyle/>
            <a:p>
              <a:endParaRPr lang="zh-CN" altLang="en-US"/>
            </a:p>
          </p:txBody>
        </p:sp>
        <p:sp>
          <p:nvSpPr>
            <p:cNvPr id="13" name="Rectangle 12"/>
            <p:cNvSpPr>
              <a:spLocks noChangeArrowheads="1"/>
            </p:cNvSpPr>
            <p:nvPr/>
          </p:nvSpPr>
          <p:spPr bwMode="auto">
            <a:xfrm>
              <a:off x="2005013" y="3590925"/>
              <a:ext cx="357470" cy="462307"/>
            </a:xfrm>
            <a:prstGeom prst="rect">
              <a:avLst/>
            </a:prstGeom>
            <a:noFill/>
            <a:ln w="9525">
              <a:noFill/>
              <a:miter lim="800000"/>
              <a:headEnd/>
              <a:tailEnd/>
            </a:ln>
            <a:effectLst/>
          </p:spPr>
          <p:txBody>
            <a:bodyPr wrap="none" lIns="92075" tIns="46038" rIns="92075" bIns="46038">
              <a:spAutoFit/>
            </a:bodyPr>
            <a:lstStyle/>
            <a:p>
              <a:pPr eaLnBrk="0" hangingPunct="0"/>
              <a:r>
                <a:rPr lang="en-US" altLang="zh-TW" sz="2400"/>
                <a:t>6</a:t>
              </a:r>
            </a:p>
          </p:txBody>
        </p:sp>
        <p:sp>
          <p:nvSpPr>
            <p:cNvPr id="14" name="Rectangle 13"/>
            <p:cNvSpPr>
              <a:spLocks noChangeArrowheads="1"/>
            </p:cNvSpPr>
            <p:nvPr/>
          </p:nvSpPr>
          <p:spPr bwMode="auto">
            <a:xfrm>
              <a:off x="2646363" y="3576638"/>
              <a:ext cx="357470" cy="462307"/>
            </a:xfrm>
            <a:prstGeom prst="rect">
              <a:avLst/>
            </a:prstGeom>
            <a:noFill/>
            <a:ln w="9525">
              <a:noFill/>
              <a:miter lim="800000"/>
              <a:headEnd/>
              <a:tailEnd/>
            </a:ln>
            <a:effectLst/>
          </p:spPr>
          <p:txBody>
            <a:bodyPr wrap="none" lIns="92075" tIns="46038" rIns="92075" bIns="46038">
              <a:spAutoFit/>
            </a:bodyPr>
            <a:lstStyle/>
            <a:p>
              <a:pPr eaLnBrk="0" hangingPunct="0"/>
              <a:r>
                <a:rPr lang="en-US" altLang="zh-TW" sz="2400"/>
                <a:t>7</a:t>
              </a:r>
            </a:p>
          </p:txBody>
        </p:sp>
        <p:sp>
          <p:nvSpPr>
            <p:cNvPr id="15" name="Rectangle 14"/>
            <p:cNvSpPr>
              <a:spLocks noChangeArrowheads="1"/>
            </p:cNvSpPr>
            <p:nvPr/>
          </p:nvSpPr>
          <p:spPr bwMode="auto">
            <a:xfrm>
              <a:off x="3255963" y="3556000"/>
              <a:ext cx="357470" cy="462307"/>
            </a:xfrm>
            <a:prstGeom prst="rect">
              <a:avLst/>
            </a:prstGeom>
            <a:noFill/>
            <a:ln w="9525">
              <a:noFill/>
              <a:miter lim="800000"/>
              <a:headEnd/>
              <a:tailEnd/>
            </a:ln>
            <a:effectLst/>
          </p:spPr>
          <p:txBody>
            <a:bodyPr wrap="none" lIns="92075" tIns="46038" rIns="92075" bIns="46038">
              <a:spAutoFit/>
            </a:bodyPr>
            <a:lstStyle/>
            <a:p>
              <a:pPr eaLnBrk="0" hangingPunct="0"/>
              <a:r>
                <a:rPr lang="en-US" altLang="zh-TW" sz="2400"/>
                <a:t>8</a:t>
              </a:r>
            </a:p>
          </p:txBody>
        </p:sp>
        <p:sp>
          <p:nvSpPr>
            <p:cNvPr id="16" name="Oval 15"/>
            <p:cNvSpPr>
              <a:spLocks noChangeArrowheads="1"/>
            </p:cNvSpPr>
            <p:nvPr/>
          </p:nvSpPr>
          <p:spPr bwMode="auto">
            <a:xfrm>
              <a:off x="5138738" y="2598738"/>
              <a:ext cx="392112" cy="392112"/>
            </a:xfrm>
            <a:prstGeom prst="ellipse">
              <a:avLst/>
            </a:prstGeom>
            <a:noFill/>
            <a:ln w="12700">
              <a:solidFill>
                <a:schemeClr val="tx1"/>
              </a:solidFill>
              <a:round/>
              <a:headEnd/>
              <a:tailEnd/>
            </a:ln>
            <a:effectLst/>
          </p:spPr>
          <p:txBody>
            <a:bodyPr wrap="none" anchor="ctr"/>
            <a:lstStyle/>
            <a:p>
              <a:endParaRPr lang="zh-CN" altLang="en-US"/>
            </a:p>
          </p:txBody>
        </p:sp>
        <p:sp>
          <p:nvSpPr>
            <p:cNvPr id="17" name="Rectangle 16"/>
            <p:cNvSpPr>
              <a:spLocks noChangeArrowheads="1"/>
            </p:cNvSpPr>
            <p:nvPr/>
          </p:nvSpPr>
          <p:spPr bwMode="auto">
            <a:xfrm>
              <a:off x="5149850" y="2592388"/>
              <a:ext cx="357470" cy="462307"/>
            </a:xfrm>
            <a:prstGeom prst="rect">
              <a:avLst/>
            </a:prstGeom>
            <a:noFill/>
            <a:ln w="9525">
              <a:noFill/>
              <a:miter lim="800000"/>
              <a:headEnd/>
              <a:tailEnd/>
            </a:ln>
            <a:effectLst/>
          </p:spPr>
          <p:txBody>
            <a:bodyPr wrap="none" lIns="92075" tIns="46038" rIns="92075" bIns="46038">
              <a:spAutoFit/>
            </a:bodyPr>
            <a:lstStyle/>
            <a:p>
              <a:pPr eaLnBrk="0" hangingPunct="0"/>
              <a:r>
                <a:rPr lang="en-US" altLang="zh-TW" sz="2400"/>
                <a:t>1</a:t>
              </a:r>
            </a:p>
          </p:txBody>
        </p:sp>
        <p:sp>
          <p:nvSpPr>
            <p:cNvPr id="18" name="Oval 17"/>
            <p:cNvSpPr>
              <a:spLocks noChangeArrowheads="1"/>
            </p:cNvSpPr>
            <p:nvPr/>
          </p:nvSpPr>
          <p:spPr bwMode="auto">
            <a:xfrm>
              <a:off x="4525963" y="3543300"/>
              <a:ext cx="392112" cy="392113"/>
            </a:xfrm>
            <a:prstGeom prst="ellipse">
              <a:avLst/>
            </a:prstGeom>
            <a:noFill/>
            <a:ln w="12700">
              <a:solidFill>
                <a:schemeClr val="tx1"/>
              </a:solidFill>
              <a:round/>
              <a:headEnd/>
              <a:tailEnd/>
            </a:ln>
            <a:effectLst/>
          </p:spPr>
          <p:txBody>
            <a:bodyPr wrap="none" anchor="ctr"/>
            <a:lstStyle/>
            <a:p>
              <a:endParaRPr lang="zh-CN" altLang="en-US"/>
            </a:p>
          </p:txBody>
        </p:sp>
        <p:sp>
          <p:nvSpPr>
            <p:cNvPr id="19" name="Oval 18"/>
            <p:cNvSpPr>
              <a:spLocks noChangeArrowheads="1"/>
            </p:cNvSpPr>
            <p:nvPr/>
          </p:nvSpPr>
          <p:spPr bwMode="auto">
            <a:xfrm>
              <a:off x="5786438" y="3506788"/>
              <a:ext cx="392112" cy="392112"/>
            </a:xfrm>
            <a:prstGeom prst="ellipse">
              <a:avLst/>
            </a:prstGeom>
            <a:noFill/>
            <a:ln w="12700">
              <a:solidFill>
                <a:schemeClr val="tx1"/>
              </a:solidFill>
              <a:round/>
              <a:headEnd/>
              <a:tailEnd/>
            </a:ln>
            <a:effectLst/>
          </p:spPr>
          <p:txBody>
            <a:bodyPr wrap="none" anchor="ctr"/>
            <a:lstStyle/>
            <a:p>
              <a:endParaRPr lang="zh-CN" altLang="en-US"/>
            </a:p>
          </p:txBody>
        </p:sp>
        <p:sp>
          <p:nvSpPr>
            <p:cNvPr id="20" name="Line 19"/>
            <p:cNvSpPr>
              <a:spLocks noChangeShapeType="1"/>
            </p:cNvSpPr>
            <p:nvPr/>
          </p:nvSpPr>
          <p:spPr bwMode="auto">
            <a:xfrm flipH="1">
              <a:off x="4716463" y="2968625"/>
              <a:ext cx="506412" cy="566738"/>
            </a:xfrm>
            <a:prstGeom prst="line">
              <a:avLst/>
            </a:prstGeom>
            <a:noFill/>
            <a:ln w="12700">
              <a:solidFill>
                <a:schemeClr val="tx1"/>
              </a:solidFill>
              <a:round/>
              <a:headEnd type="stealth" w="med" len="lg"/>
              <a:tailEnd type="none" w="sm" len="sm"/>
            </a:ln>
            <a:effectLst/>
          </p:spPr>
          <p:txBody>
            <a:bodyPr wrap="none" anchor="ctr"/>
            <a:lstStyle/>
            <a:p>
              <a:endParaRPr lang="zh-CN" altLang="en-US"/>
            </a:p>
          </p:txBody>
        </p:sp>
        <p:sp>
          <p:nvSpPr>
            <p:cNvPr id="21" name="Line 20"/>
            <p:cNvSpPr>
              <a:spLocks noChangeShapeType="1"/>
            </p:cNvSpPr>
            <p:nvPr/>
          </p:nvSpPr>
          <p:spPr bwMode="auto">
            <a:xfrm>
              <a:off x="5448300" y="2957513"/>
              <a:ext cx="482600" cy="542925"/>
            </a:xfrm>
            <a:prstGeom prst="line">
              <a:avLst/>
            </a:prstGeom>
            <a:noFill/>
            <a:ln w="12700">
              <a:solidFill>
                <a:schemeClr val="tx1"/>
              </a:solidFill>
              <a:round/>
              <a:headEnd type="stealth" w="med" len="lg"/>
              <a:tailEnd type="none" w="sm" len="sm"/>
            </a:ln>
            <a:effectLst/>
          </p:spPr>
          <p:txBody>
            <a:bodyPr wrap="none" anchor="ctr"/>
            <a:lstStyle/>
            <a:p>
              <a:endParaRPr lang="zh-CN" altLang="en-US"/>
            </a:p>
          </p:txBody>
        </p:sp>
        <p:sp>
          <p:nvSpPr>
            <p:cNvPr id="22" name="Rectangle 21"/>
            <p:cNvSpPr>
              <a:spLocks noChangeArrowheads="1"/>
            </p:cNvSpPr>
            <p:nvPr/>
          </p:nvSpPr>
          <p:spPr bwMode="auto">
            <a:xfrm>
              <a:off x="4540250" y="3556000"/>
              <a:ext cx="357470" cy="462307"/>
            </a:xfrm>
            <a:prstGeom prst="rect">
              <a:avLst/>
            </a:prstGeom>
            <a:noFill/>
            <a:ln w="9525">
              <a:noFill/>
              <a:miter lim="800000"/>
              <a:headEnd/>
              <a:tailEnd/>
            </a:ln>
            <a:effectLst/>
          </p:spPr>
          <p:txBody>
            <a:bodyPr wrap="none" lIns="92075" tIns="46038" rIns="92075" bIns="46038">
              <a:spAutoFit/>
            </a:bodyPr>
            <a:lstStyle/>
            <a:p>
              <a:pPr eaLnBrk="0" hangingPunct="0"/>
              <a:r>
                <a:rPr lang="en-US" altLang="zh-TW" sz="2400"/>
                <a:t>4</a:t>
              </a:r>
            </a:p>
          </p:txBody>
        </p:sp>
        <p:sp>
          <p:nvSpPr>
            <p:cNvPr id="23" name="Rectangle 22"/>
            <p:cNvSpPr>
              <a:spLocks noChangeArrowheads="1"/>
            </p:cNvSpPr>
            <p:nvPr/>
          </p:nvSpPr>
          <p:spPr bwMode="auto">
            <a:xfrm>
              <a:off x="5791200" y="3521075"/>
              <a:ext cx="357470" cy="462307"/>
            </a:xfrm>
            <a:prstGeom prst="rect">
              <a:avLst/>
            </a:prstGeom>
            <a:noFill/>
            <a:ln w="9525">
              <a:noFill/>
              <a:miter lim="800000"/>
              <a:headEnd/>
              <a:tailEnd/>
            </a:ln>
            <a:effectLst/>
          </p:spPr>
          <p:txBody>
            <a:bodyPr wrap="none" lIns="92075" tIns="46038" rIns="92075" bIns="46038">
              <a:spAutoFit/>
            </a:bodyPr>
            <a:lstStyle/>
            <a:p>
              <a:pPr eaLnBrk="0" hangingPunct="0"/>
              <a:r>
                <a:rPr lang="en-US" altLang="zh-TW" sz="2400"/>
                <a:t>9</a:t>
              </a:r>
            </a:p>
          </p:txBody>
        </p:sp>
        <p:sp>
          <p:nvSpPr>
            <p:cNvPr id="24" name="Oval 23"/>
            <p:cNvSpPr>
              <a:spLocks noChangeArrowheads="1"/>
            </p:cNvSpPr>
            <p:nvPr/>
          </p:nvSpPr>
          <p:spPr bwMode="auto">
            <a:xfrm>
              <a:off x="7672388" y="2560638"/>
              <a:ext cx="392112" cy="392112"/>
            </a:xfrm>
            <a:prstGeom prst="ellipse">
              <a:avLst/>
            </a:prstGeom>
            <a:noFill/>
            <a:ln w="12700">
              <a:solidFill>
                <a:schemeClr val="tx1"/>
              </a:solidFill>
              <a:round/>
              <a:headEnd/>
              <a:tailEnd/>
            </a:ln>
            <a:effectLst/>
          </p:spPr>
          <p:txBody>
            <a:bodyPr wrap="none" anchor="ctr"/>
            <a:lstStyle/>
            <a:p>
              <a:endParaRPr lang="zh-CN" altLang="en-US"/>
            </a:p>
          </p:txBody>
        </p:sp>
        <p:sp>
          <p:nvSpPr>
            <p:cNvPr id="25" name="Rectangle 24"/>
            <p:cNvSpPr>
              <a:spLocks noChangeArrowheads="1"/>
            </p:cNvSpPr>
            <p:nvPr/>
          </p:nvSpPr>
          <p:spPr bwMode="auto">
            <a:xfrm>
              <a:off x="7683500" y="2554288"/>
              <a:ext cx="357470" cy="462307"/>
            </a:xfrm>
            <a:prstGeom prst="rect">
              <a:avLst/>
            </a:prstGeom>
            <a:noFill/>
            <a:ln w="9525">
              <a:noFill/>
              <a:miter lim="800000"/>
              <a:headEnd/>
              <a:tailEnd/>
            </a:ln>
            <a:effectLst/>
          </p:spPr>
          <p:txBody>
            <a:bodyPr wrap="none" lIns="92075" tIns="46038" rIns="92075" bIns="46038">
              <a:spAutoFit/>
            </a:bodyPr>
            <a:lstStyle/>
            <a:p>
              <a:pPr eaLnBrk="0" hangingPunct="0"/>
              <a:r>
                <a:rPr lang="en-US" altLang="zh-TW" sz="2400"/>
                <a:t>2</a:t>
              </a:r>
            </a:p>
          </p:txBody>
        </p:sp>
        <p:sp>
          <p:nvSpPr>
            <p:cNvPr id="26" name="Oval 25"/>
            <p:cNvSpPr>
              <a:spLocks noChangeArrowheads="1"/>
            </p:cNvSpPr>
            <p:nvPr/>
          </p:nvSpPr>
          <p:spPr bwMode="auto">
            <a:xfrm>
              <a:off x="7059613" y="3505200"/>
              <a:ext cx="392112" cy="392113"/>
            </a:xfrm>
            <a:prstGeom prst="ellipse">
              <a:avLst/>
            </a:prstGeom>
            <a:noFill/>
            <a:ln w="12700">
              <a:solidFill>
                <a:schemeClr val="tx1"/>
              </a:solidFill>
              <a:round/>
              <a:headEnd/>
              <a:tailEnd/>
            </a:ln>
            <a:effectLst/>
          </p:spPr>
          <p:txBody>
            <a:bodyPr wrap="none" anchor="ctr"/>
            <a:lstStyle/>
            <a:p>
              <a:endParaRPr lang="zh-CN" altLang="en-US"/>
            </a:p>
          </p:txBody>
        </p:sp>
        <p:sp>
          <p:nvSpPr>
            <p:cNvPr id="27" name="Oval 26"/>
            <p:cNvSpPr>
              <a:spLocks noChangeArrowheads="1"/>
            </p:cNvSpPr>
            <p:nvPr/>
          </p:nvSpPr>
          <p:spPr bwMode="auto">
            <a:xfrm>
              <a:off x="8320088" y="3468688"/>
              <a:ext cx="392112" cy="392112"/>
            </a:xfrm>
            <a:prstGeom prst="ellipse">
              <a:avLst/>
            </a:prstGeom>
            <a:noFill/>
            <a:ln w="12700">
              <a:solidFill>
                <a:schemeClr val="tx1"/>
              </a:solidFill>
              <a:round/>
              <a:headEnd/>
              <a:tailEnd/>
            </a:ln>
            <a:effectLst/>
          </p:spPr>
          <p:txBody>
            <a:bodyPr wrap="none" anchor="ctr"/>
            <a:lstStyle/>
            <a:p>
              <a:endParaRPr lang="zh-CN" altLang="en-US"/>
            </a:p>
          </p:txBody>
        </p:sp>
        <p:sp>
          <p:nvSpPr>
            <p:cNvPr id="28" name="Line 27"/>
            <p:cNvSpPr>
              <a:spLocks noChangeShapeType="1"/>
            </p:cNvSpPr>
            <p:nvPr/>
          </p:nvSpPr>
          <p:spPr bwMode="auto">
            <a:xfrm flipH="1">
              <a:off x="7250113" y="2930525"/>
              <a:ext cx="506412" cy="566738"/>
            </a:xfrm>
            <a:prstGeom prst="line">
              <a:avLst/>
            </a:prstGeom>
            <a:noFill/>
            <a:ln w="12700">
              <a:solidFill>
                <a:schemeClr val="tx1"/>
              </a:solidFill>
              <a:round/>
              <a:headEnd type="stealth" w="med" len="lg"/>
              <a:tailEnd type="none" w="sm" len="sm"/>
            </a:ln>
            <a:effectLst/>
          </p:spPr>
          <p:txBody>
            <a:bodyPr wrap="none" anchor="ctr"/>
            <a:lstStyle/>
            <a:p>
              <a:endParaRPr lang="zh-CN" altLang="en-US"/>
            </a:p>
          </p:txBody>
        </p:sp>
        <p:sp>
          <p:nvSpPr>
            <p:cNvPr id="29" name="Line 28"/>
            <p:cNvSpPr>
              <a:spLocks noChangeShapeType="1"/>
            </p:cNvSpPr>
            <p:nvPr/>
          </p:nvSpPr>
          <p:spPr bwMode="auto">
            <a:xfrm>
              <a:off x="7981950" y="2919413"/>
              <a:ext cx="482600" cy="542925"/>
            </a:xfrm>
            <a:prstGeom prst="line">
              <a:avLst/>
            </a:prstGeom>
            <a:noFill/>
            <a:ln w="12700">
              <a:solidFill>
                <a:schemeClr val="tx1"/>
              </a:solidFill>
              <a:round/>
              <a:headEnd type="stealth" w="med" len="lg"/>
              <a:tailEnd type="none" w="sm" len="sm"/>
            </a:ln>
            <a:effectLst/>
          </p:spPr>
          <p:txBody>
            <a:bodyPr wrap="none" anchor="ctr"/>
            <a:lstStyle/>
            <a:p>
              <a:endParaRPr lang="zh-CN" altLang="en-US"/>
            </a:p>
          </p:txBody>
        </p:sp>
        <p:sp>
          <p:nvSpPr>
            <p:cNvPr id="30" name="Rectangle 29"/>
            <p:cNvSpPr>
              <a:spLocks noChangeArrowheads="1"/>
            </p:cNvSpPr>
            <p:nvPr/>
          </p:nvSpPr>
          <p:spPr bwMode="auto">
            <a:xfrm>
              <a:off x="7073900" y="3517900"/>
              <a:ext cx="357470" cy="462307"/>
            </a:xfrm>
            <a:prstGeom prst="rect">
              <a:avLst/>
            </a:prstGeom>
            <a:noFill/>
            <a:ln w="9525">
              <a:noFill/>
              <a:miter lim="800000"/>
              <a:headEnd/>
              <a:tailEnd/>
            </a:ln>
            <a:effectLst/>
          </p:spPr>
          <p:txBody>
            <a:bodyPr wrap="none" lIns="92075" tIns="46038" rIns="92075" bIns="46038">
              <a:spAutoFit/>
            </a:bodyPr>
            <a:lstStyle/>
            <a:p>
              <a:pPr eaLnBrk="0" hangingPunct="0"/>
              <a:r>
                <a:rPr lang="en-US" altLang="zh-TW" sz="2400"/>
                <a:t>3</a:t>
              </a:r>
            </a:p>
          </p:txBody>
        </p:sp>
        <p:sp>
          <p:nvSpPr>
            <p:cNvPr id="31" name="Rectangle 30"/>
            <p:cNvSpPr>
              <a:spLocks noChangeArrowheads="1"/>
            </p:cNvSpPr>
            <p:nvPr/>
          </p:nvSpPr>
          <p:spPr bwMode="auto">
            <a:xfrm>
              <a:off x="8324850" y="3482975"/>
              <a:ext cx="357470" cy="462307"/>
            </a:xfrm>
            <a:prstGeom prst="rect">
              <a:avLst/>
            </a:prstGeom>
            <a:noFill/>
            <a:ln w="9525">
              <a:noFill/>
              <a:miter lim="800000"/>
              <a:headEnd/>
              <a:tailEnd/>
            </a:ln>
            <a:effectLst/>
          </p:spPr>
          <p:txBody>
            <a:bodyPr wrap="none" lIns="92075" tIns="46038" rIns="92075" bIns="46038">
              <a:spAutoFit/>
            </a:bodyPr>
            <a:lstStyle/>
            <a:p>
              <a:pPr eaLnBrk="0" hangingPunct="0"/>
              <a:r>
                <a:rPr lang="en-US" altLang="zh-TW" sz="2400"/>
                <a:t>5</a:t>
              </a:r>
            </a:p>
          </p:txBody>
        </p:sp>
      </p:grpSp>
    </p:spTree>
    <p:extLst>
      <p:ext uri="{BB962C8B-B14F-4D97-AF65-F5344CB8AC3E}">
        <p14:creationId xmlns:p14="http://schemas.microsoft.com/office/powerpoint/2010/main" val="105440205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TW" sz="3600" dirty="0"/>
              <a:t>Disjoint-set: Union</a:t>
            </a:r>
            <a:endParaRPr lang="zh-CN" altLang="en-US" dirty="0"/>
          </a:p>
        </p:txBody>
      </p:sp>
      <p:sp>
        <p:nvSpPr>
          <p:cNvPr id="3" name="内容占位符 2"/>
          <p:cNvSpPr>
            <a:spLocks noGrp="1"/>
          </p:cNvSpPr>
          <p:nvPr>
            <p:ph idx="1"/>
          </p:nvPr>
        </p:nvSpPr>
        <p:spPr/>
        <p:txBody>
          <a:bodyPr/>
          <a:lstStyle/>
          <a:p>
            <a:r>
              <a:rPr lang="en-US" altLang="zh-CN" dirty="0" smtClean="0"/>
              <a:t>Idea: Make one of trees a </a:t>
            </a:r>
            <a:r>
              <a:rPr lang="en-US" altLang="zh-CN" dirty="0" err="1" smtClean="0"/>
              <a:t>subtree</a:t>
            </a:r>
            <a:r>
              <a:rPr lang="en-US" altLang="zh-CN" dirty="0" smtClean="0"/>
              <a:t> of the other</a:t>
            </a:r>
          </a:p>
          <a:p>
            <a:endParaRPr lang="en-US" altLang="zh-CN" dirty="0" smtClean="0"/>
          </a:p>
          <a:p>
            <a:endParaRPr lang="en-US" altLang="zh-CN" dirty="0" smtClean="0"/>
          </a:p>
          <a:p>
            <a:endParaRPr lang="en-US" altLang="zh-CN" dirty="0" smtClean="0"/>
          </a:p>
          <a:p>
            <a:endParaRPr lang="en-US" altLang="zh-CN" dirty="0" smtClean="0"/>
          </a:p>
          <a:p>
            <a:endParaRPr lang="en-US" altLang="zh-CN" dirty="0" smtClean="0"/>
          </a:p>
          <a:p>
            <a:endParaRPr lang="en-US" altLang="zh-CN" dirty="0" smtClean="0"/>
          </a:p>
          <a:p>
            <a:endParaRPr lang="en-US" altLang="zh-CN" dirty="0" smtClean="0"/>
          </a:p>
          <a:p>
            <a:r>
              <a:rPr lang="en-US" altLang="zh-CN" dirty="0" smtClean="0"/>
              <a:t>The rule for merging two sets </a:t>
            </a:r>
            <a:r>
              <a:rPr lang="en-US" altLang="zh-CN" i="1" dirty="0" smtClean="0"/>
              <a:t>A</a:t>
            </a:r>
            <a:r>
              <a:rPr lang="en-US" altLang="zh-CN" dirty="0" smtClean="0"/>
              <a:t> and </a:t>
            </a:r>
            <a:r>
              <a:rPr lang="en-US" altLang="zh-CN" i="1" dirty="0" smtClean="0"/>
              <a:t>B</a:t>
            </a:r>
            <a:r>
              <a:rPr lang="en-US" altLang="zh-CN" dirty="0" smtClean="0"/>
              <a:t> is that if </a:t>
            </a:r>
            <a:r>
              <a:rPr lang="en-US" altLang="zh-CN" i="1" dirty="0" smtClean="0"/>
              <a:t>A</a:t>
            </a:r>
            <a:r>
              <a:rPr lang="en-US" altLang="zh-CN" dirty="0" smtClean="0"/>
              <a:t> is larger than </a:t>
            </a:r>
            <a:r>
              <a:rPr lang="en-US" altLang="zh-CN" i="1" dirty="0" smtClean="0"/>
              <a:t>B</a:t>
            </a:r>
            <a:r>
              <a:rPr lang="en-US" altLang="zh-CN" dirty="0" smtClean="0"/>
              <a:t> then merge the elements of </a:t>
            </a:r>
            <a:r>
              <a:rPr lang="en-US" altLang="zh-CN" i="1" dirty="0" smtClean="0"/>
              <a:t>B</a:t>
            </a:r>
            <a:r>
              <a:rPr lang="en-US" altLang="zh-CN" dirty="0" smtClean="0"/>
              <a:t> into </a:t>
            </a:r>
            <a:r>
              <a:rPr lang="en-US" altLang="zh-CN" i="1" dirty="0" smtClean="0"/>
              <a:t>A</a:t>
            </a:r>
            <a:r>
              <a:rPr lang="en-US" altLang="zh-CN" dirty="0" smtClean="0"/>
              <a:t> and update the elements that used to belong to </a:t>
            </a:r>
            <a:r>
              <a:rPr lang="en-US" altLang="zh-CN" i="1" dirty="0" smtClean="0"/>
              <a:t>B</a:t>
            </a:r>
            <a:r>
              <a:rPr lang="en-US" altLang="zh-CN" dirty="0" smtClean="0"/>
              <a:t>, and vice versa.</a:t>
            </a:r>
          </a:p>
          <a:p>
            <a:r>
              <a:rPr lang="en-US" altLang="zh-CN" dirty="0" smtClean="0"/>
              <a:t>In this case, </a:t>
            </a:r>
            <a:r>
              <a:rPr lang="en-US" altLang="zh-CN" i="1" dirty="0" smtClean="0"/>
              <a:t>Find(</a:t>
            </a:r>
            <a:r>
              <a:rPr lang="en-US" altLang="zh-CN" i="1" dirty="0" err="1" smtClean="0"/>
              <a:t>i</a:t>
            </a:r>
            <a:r>
              <a:rPr lang="en-US" altLang="zh-CN" i="1" dirty="0" smtClean="0"/>
              <a:t>)</a:t>
            </a:r>
            <a:r>
              <a:rPr lang="en-US" altLang="zh-CN" dirty="0" smtClean="0"/>
              <a:t> takes </a:t>
            </a:r>
            <a:r>
              <a:rPr lang="en-US" altLang="zh-CN" i="1" dirty="0" smtClean="0"/>
              <a:t>O(log n)</a:t>
            </a:r>
            <a:r>
              <a:rPr lang="en-US" altLang="zh-CN" dirty="0" smtClean="0"/>
              <a:t> time.</a:t>
            </a:r>
            <a:endParaRPr lang="zh-CN" altLang="en-US" dirty="0"/>
          </a:p>
        </p:txBody>
      </p:sp>
      <p:grpSp>
        <p:nvGrpSpPr>
          <p:cNvPr id="44" name="组合 43"/>
          <p:cNvGrpSpPr/>
          <p:nvPr/>
        </p:nvGrpSpPr>
        <p:grpSpPr>
          <a:xfrm>
            <a:off x="2666976" y="1500174"/>
            <a:ext cx="7150100" cy="2453032"/>
            <a:chOff x="1443038" y="2316163"/>
            <a:chExt cx="7150100" cy="2453032"/>
          </a:xfrm>
        </p:grpSpPr>
        <p:sp>
          <p:nvSpPr>
            <p:cNvPr id="4" name="Oval 3"/>
            <p:cNvSpPr>
              <a:spLocks noChangeArrowheads="1"/>
            </p:cNvSpPr>
            <p:nvPr/>
          </p:nvSpPr>
          <p:spPr bwMode="auto">
            <a:xfrm>
              <a:off x="3556000" y="3349625"/>
              <a:ext cx="392113" cy="392113"/>
            </a:xfrm>
            <a:prstGeom prst="ellipse">
              <a:avLst/>
            </a:prstGeom>
            <a:noFill/>
            <a:ln w="12700">
              <a:solidFill>
                <a:schemeClr val="tx1"/>
              </a:solidFill>
              <a:round/>
              <a:headEnd/>
              <a:tailEnd/>
            </a:ln>
            <a:effectLst/>
          </p:spPr>
          <p:txBody>
            <a:bodyPr wrap="none" anchor="ctr"/>
            <a:lstStyle/>
            <a:p>
              <a:endParaRPr lang="zh-CN" altLang="en-US"/>
            </a:p>
          </p:txBody>
        </p:sp>
        <p:sp>
          <p:nvSpPr>
            <p:cNvPr id="5" name="Rectangle 4"/>
            <p:cNvSpPr>
              <a:spLocks noChangeArrowheads="1"/>
            </p:cNvSpPr>
            <p:nvPr/>
          </p:nvSpPr>
          <p:spPr bwMode="auto">
            <a:xfrm>
              <a:off x="3567113" y="3343275"/>
              <a:ext cx="357470" cy="462307"/>
            </a:xfrm>
            <a:prstGeom prst="rect">
              <a:avLst/>
            </a:prstGeom>
            <a:noFill/>
            <a:ln w="9525">
              <a:noFill/>
              <a:miter lim="800000"/>
              <a:headEnd/>
              <a:tailEnd/>
            </a:ln>
            <a:effectLst/>
          </p:spPr>
          <p:txBody>
            <a:bodyPr wrap="none" lIns="92075" tIns="46038" rIns="92075" bIns="46038">
              <a:spAutoFit/>
            </a:bodyPr>
            <a:lstStyle/>
            <a:p>
              <a:pPr eaLnBrk="0" hangingPunct="0"/>
              <a:r>
                <a:rPr lang="en-US" altLang="zh-TW" sz="2400"/>
                <a:t>1</a:t>
              </a:r>
            </a:p>
          </p:txBody>
        </p:sp>
        <p:sp>
          <p:nvSpPr>
            <p:cNvPr id="6" name="Oval 5"/>
            <p:cNvSpPr>
              <a:spLocks noChangeArrowheads="1"/>
            </p:cNvSpPr>
            <p:nvPr/>
          </p:nvSpPr>
          <p:spPr bwMode="auto">
            <a:xfrm>
              <a:off x="2943225" y="4294188"/>
              <a:ext cx="392113" cy="392112"/>
            </a:xfrm>
            <a:prstGeom prst="ellipse">
              <a:avLst/>
            </a:prstGeom>
            <a:noFill/>
            <a:ln w="12700">
              <a:solidFill>
                <a:schemeClr val="tx1"/>
              </a:solidFill>
              <a:round/>
              <a:headEnd/>
              <a:tailEnd/>
            </a:ln>
            <a:effectLst/>
          </p:spPr>
          <p:txBody>
            <a:bodyPr wrap="none" anchor="ctr"/>
            <a:lstStyle/>
            <a:p>
              <a:endParaRPr lang="zh-CN" altLang="en-US"/>
            </a:p>
          </p:txBody>
        </p:sp>
        <p:sp>
          <p:nvSpPr>
            <p:cNvPr id="7" name="Oval 6"/>
            <p:cNvSpPr>
              <a:spLocks noChangeArrowheads="1"/>
            </p:cNvSpPr>
            <p:nvPr/>
          </p:nvSpPr>
          <p:spPr bwMode="auto">
            <a:xfrm>
              <a:off x="4203700" y="4257675"/>
              <a:ext cx="392113" cy="392113"/>
            </a:xfrm>
            <a:prstGeom prst="ellipse">
              <a:avLst/>
            </a:prstGeom>
            <a:noFill/>
            <a:ln w="12700">
              <a:solidFill>
                <a:schemeClr val="tx1"/>
              </a:solidFill>
              <a:round/>
              <a:headEnd/>
              <a:tailEnd/>
            </a:ln>
            <a:effectLst/>
          </p:spPr>
          <p:txBody>
            <a:bodyPr wrap="none" anchor="ctr"/>
            <a:lstStyle/>
            <a:p>
              <a:endParaRPr lang="zh-CN" altLang="en-US"/>
            </a:p>
          </p:txBody>
        </p:sp>
        <p:sp>
          <p:nvSpPr>
            <p:cNvPr id="8" name="Line 7"/>
            <p:cNvSpPr>
              <a:spLocks noChangeShapeType="1"/>
            </p:cNvSpPr>
            <p:nvPr/>
          </p:nvSpPr>
          <p:spPr bwMode="auto">
            <a:xfrm flipH="1">
              <a:off x="3133725" y="3719513"/>
              <a:ext cx="506413" cy="566737"/>
            </a:xfrm>
            <a:prstGeom prst="line">
              <a:avLst/>
            </a:prstGeom>
            <a:noFill/>
            <a:ln w="12700">
              <a:solidFill>
                <a:schemeClr val="tx1"/>
              </a:solidFill>
              <a:round/>
              <a:headEnd type="stealth" w="med" len="lg"/>
              <a:tailEnd type="none" w="sm" len="sm"/>
            </a:ln>
            <a:effectLst/>
          </p:spPr>
          <p:txBody>
            <a:bodyPr wrap="none" anchor="ctr"/>
            <a:lstStyle/>
            <a:p>
              <a:endParaRPr lang="zh-CN" altLang="en-US"/>
            </a:p>
          </p:txBody>
        </p:sp>
        <p:sp>
          <p:nvSpPr>
            <p:cNvPr id="9" name="Line 8"/>
            <p:cNvSpPr>
              <a:spLocks noChangeShapeType="1"/>
            </p:cNvSpPr>
            <p:nvPr/>
          </p:nvSpPr>
          <p:spPr bwMode="auto">
            <a:xfrm>
              <a:off x="3865563" y="3708400"/>
              <a:ext cx="482600" cy="542925"/>
            </a:xfrm>
            <a:prstGeom prst="line">
              <a:avLst/>
            </a:prstGeom>
            <a:noFill/>
            <a:ln w="12700">
              <a:solidFill>
                <a:schemeClr val="tx1"/>
              </a:solidFill>
              <a:round/>
              <a:headEnd type="stealth" w="med" len="lg"/>
              <a:tailEnd type="none" w="sm" len="sm"/>
            </a:ln>
            <a:effectLst/>
          </p:spPr>
          <p:txBody>
            <a:bodyPr wrap="none" anchor="ctr"/>
            <a:lstStyle/>
            <a:p>
              <a:endParaRPr lang="zh-CN" altLang="en-US"/>
            </a:p>
          </p:txBody>
        </p:sp>
        <p:sp>
          <p:nvSpPr>
            <p:cNvPr id="10" name="Rectangle 9"/>
            <p:cNvSpPr>
              <a:spLocks noChangeArrowheads="1"/>
            </p:cNvSpPr>
            <p:nvPr/>
          </p:nvSpPr>
          <p:spPr bwMode="auto">
            <a:xfrm>
              <a:off x="2957513" y="4306888"/>
              <a:ext cx="357470" cy="462307"/>
            </a:xfrm>
            <a:prstGeom prst="rect">
              <a:avLst/>
            </a:prstGeom>
            <a:noFill/>
            <a:ln w="9525">
              <a:noFill/>
              <a:miter lim="800000"/>
              <a:headEnd/>
              <a:tailEnd/>
            </a:ln>
            <a:effectLst/>
          </p:spPr>
          <p:txBody>
            <a:bodyPr wrap="none" lIns="92075" tIns="46038" rIns="92075" bIns="46038">
              <a:spAutoFit/>
            </a:bodyPr>
            <a:lstStyle/>
            <a:p>
              <a:pPr eaLnBrk="0" hangingPunct="0"/>
              <a:r>
                <a:rPr lang="en-US" altLang="zh-TW" sz="2400"/>
                <a:t>4</a:t>
              </a:r>
            </a:p>
          </p:txBody>
        </p:sp>
        <p:sp>
          <p:nvSpPr>
            <p:cNvPr id="11" name="Rectangle 10"/>
            <p:cNvSpPr>
              <a:spLocks noChangeArrowheads="1"/>
            </p:cNvSpPr>
            <p:nvPr/>
          </p:nvSpPr>
          <p:spPr bwMode="auto">
            <a:xfrm>
              <a:off x="4208463" y="4271963"/>
              <a:ext cx="357470" cy="462307"/>
            </a:xfrm>
            <a:prstGeom prst="rect">
              <a:avLst/>
            </a:prstGeom>
            <a:noFill/>
            <a:ln w="9525">
              <a:noFill/>
              <a:miter lim="800000"/>
              <a:headEnd/>
              <a:tailEnd/>
            </a:ln>
            <a:effectLst/>
          </p:spPr>
          <p:txBody>
            <a:bodyPr wrap="none" lIns="92075" tIns="46038" rIns="92075" bIns="46038">
              <a:spAutoFit/>
            </a:bodyPr>
            <a:lstStyle/>
            <a:p>
              <a:pPr eaLnBrk="0" hangingPunct="0"/>
              <a:r>
                <a:rPr lang="en-US" altLang="zh-TW" sz="2400"/>
                <a:t>9</a:t>
              </a:r>
            </a:p>
          </p:txBody>
        </p:sp>
        <p:sp>
          <p:nvSpPr>
            <p:cNvPr id="12" name="Oval 11"/>
            <p:cNvSpPr>
              <a:spLocks noChangeArrowheads="1"/>
            </p:cNvSpPr>
            <p:nvPr/>
          </p:nvSpPr>
          <p:spPr bwMode="auto">
            <a:xfrm>
              <a:off x="2055813" y="2455863"/>
              <a:ext cx="392112" cy="392112"/>
            </a:xfrm>
            <a:prstGeom prst="ellipse">
              <a:avLst/>
            </a:prstGeom>
            <a:noFill/>
            <a:ln w="12700">
              <a:solidFill>
                <a:schemeClr val="tx1"/>
              </a:solidFill>
              <a:round/>
              <a:headEnd/>
              <a:tailEnd/>
            </a:ln>
            <a:effectLst/>
          </p:spPr>
          <p:txBody>
            <a:bodyPr wrap="none" anchor="ctr"/>
            <a:lstStyle/>
            <a:p>
              <a:endParaRPr lang="zh-CN" altLang="en-US"/>
            </a:p>
          </p:txBody>
        </p:sp>
        <p:sp>
          <p:nvSpPr>
            <p:cNvPr id="13" name="Rectangle 12"/>
            <p:cNvSpPr>
              <a:spLocks noChangeArrowheads="1"/>
            </p:cNvSpPr>
            <p:nvPr/>
          </p:nvSpPr>
          <p:spPr bwMode="auto">
            <a:xfrm>
              <a:off x="2066925" y="2449513"/>
              <a:ext cx="357470" cy="462307"/>
            </a:xfrm>
            <a:prstGeom prst="rect">
              <a:avLst/>
            </a:prstGeom>
            <a:noFill/>
            <a:ln w="9525">
              <a:noFill/>
              <a:miter lim="800000"/>
              <a:headEnd/>
              <a:tailEnd/>
            </a:ln>
            <a:effectLst/>
          </p:spPr>
          <p:txBody>
            <a:bodyPr wrap="none" lIns="92075" tIns="46038" rIns="92075" bIns="46038">
              <a:spAutoFit/>
            </a:bodyPr>
            <a:lstStyle/>
            <a:p>
              <a:pPr eaLnBrk="0" hangingPunct="0"/>
              <a:r>
                <a:rPr lang="en-US" altLang="zh-TW" sz="2400"/>
                <a:t>0</a:t>
              </a:r>
            </a:p>
          </p:txBody>
        </p:sp>
        <p:sp>
          <p:nvSpPr>
            <p:cNvPr id="14" name="Oval 13"/>
            <p:cNvSpPr>
              <a:spLocks noChangeArrowheads="1"/>
            </p:cNvSpPr>
            <p:nvPr/>
          </p:nvSpPr>
          <p:spPr bwMode="auto">
            <a:xfrm>
              <a:off x="1443038" y="3400425"/>
              <a:ext cx="392112" cy="392113"/>
            </a:xfrm>
            <a:prstGeom prst="ellipse">
              <a:avLst/>
            </a:prstGeom>
            <a:noFill/>
            <a:ln w="12700">
              <a:solidFill>
                <a:schemeClr val="tx1"/>
              </a:solidFill>
              <a:round/>
              <a:headEnd/>
              <a:tailEnd/>
            </a:ln>
            <a:effectLst/>
          </p:spPr>
          <p:txBody>
            <a:bodyPr wrap="none" anchor="ctr"/>
            <a:lstStyle/>
            <a:p>
              <a:endParaRPr lang="zh-CN" altLang="en-US"/>
            </a:p>
          </p:txBody>
        </p:sp>
        <p:sp>
          <p:nvSpPr>
            <p:cNvPr id="15" name="Oval 14"/>
            <p:cNvSpPr>
              <a:spLocks noChangeArrowheads="1"/>
            </p:cNvSpPr>
            <p:nvPr/>
          </p:nvSpPr>
          <p:spPr bwMode="auto">
            <a:xfrm>
              <a:off x="2703513" y="3363913"/>
              <a:ext cx="392112" cy="392112"/>
            </a:xfrm>
            <a:prstGeom prst="ellipse">
              <a:avLst/>
            </a:prstGeom>
            <a:noFill/>
            <a:ln w="12700">
              <a:solidFill>
                <a:schemeClr val="tx1"/>
              </a:solidFill>
              <a:round/>
              <a:headEnd/>
              <a:tailEnd/>
            </a:ln>
            <a:effectLst/>
          </p:spPr>
          <p:txBody>
            <a:bodyPr wrap="none" anchor="ctr"/>
            <a:lstStyle/>
            <a:p>
              <a:endParaRPr lang="zh-CN" altLang="en-US"/>
            </a:p>
          </p:txBody>
        </p:sp>
        <p:sp>
          <p:nvSpPr>
            <p:cNvPr id="16" name="Line 15"/>
            <p:cNvSpPr>
              <a:spLocks noChangeShapeType="1"/>
            </p:cNvSpPr>
            <p:nvPr/>
          </p:nvSpPr>
          <p:spPr bwMode="auto">
            <a:xfrm flipH="1">
              <a:off x="1633538" y="2825750"/>
              <a:ext cx="506412" cy="566738"/>
            </a:xfrm>
            <a:prstGeom prst="line">
              <a:avLst/>
            </a:prstGeom>
            <a:noFill/>
            <a:ln w="12700">
              <a:solidFill>
                <a:schemeClr val="tx1"/>
              </a:solidFill>
              <a:round/>
              <a:headEnd type="stealth" w="med" len="lg"/>
              <a:tailEnd type="none" w="sm" len="sm"/>
            </a:ln>
            <a:effectLst/>
          </p:spPr>
          <p:txBody>
            <a:bodyPr wrap="none" anchor="ctr"/>
            <a:lstStyle/>
            <a:p>
              <a:endParaRPr lang="zh-CN" altLang="en-US"/>
            </a:p>
          </p:txBody>
        </p:sp>
        <p:sp>
          <p:nvSpPr>
            <p:cNvPr id="17" name="Line 16"/>
            <p:cNvSpPr>
              <a:spLocks noChangeShapeType="1"/>
            </p:cNvSpPr>
            <p:nvPr/>
          </p:nvSpPr>
          <p:spPr bwMode="auto">
            <a:xfrm>
              <a:off x="2365375" y="2814638"/>
              <a:ext cx="482600" cy="542925"/>
            </a:xfrm>
            <a:prstGeom prst="line">
              <a:avLst/>
            </a:prstGeom>
            <a:noFill/>
            <a:ln w="12700">
              <a:solidFill>
                <a:schemeClr val="tx1"/>
              </a:solidFill>
              <a:round/>
              <a:headEnd type="stealth" w="med" len="lg"/>
              <a:tailEnd type="none" w="sm" len="sm"/>
            </a:ln>
            <a:effectLst/>
          </p:spPr>
          <p:txBody>
            <a:bodyPr wrap="none" anchor="ctr"/>
            <a:lstStyle/>
            <a:p>
              <a:endParaRPr lang="zh-CN" altLang="en-US"/>
            </a:p>
          </p:txBody>
        </p:sp>
        <p:sp>
          <p:nvSpPr>
            <p:cNvPr id="18" name="Oval 17"/>
            <p:cNvSpPr>
              <a:spLocks noChangeArrowheads="1"/>
            </p:cNvSpPr>
            <p:nvPr/>
          </p:nvSpPr>
          <p:spPr bwMode="auto">
            <a:xfrm>
              <a:off x="2092325" y="3384550"/>
              <a:ext cx="392113" cy="392113"/>
            </a:xfrm>
            <a:prstGeom prst="ellipse">
              <a:avLst/>
            </a:prstGeom>
            <a:noFill/>
            <a:ln w="12700">
              <a:solidFill>
                <a:schemeClr val="tx1"/>
              </a:solidFill>
              <a:round/>
              <a:headEnd/>
              <a:tailEnd/>
            </a:ln>
            <a:effectLst/>
          </p:spPr>
          <p:txBody>
            <a:bodyPr wrap="none" anchor="ctr"/>
            <a:lstStyle/>
            <a:p>
              <a:endParaRPr lang="zh-CN" altLang="en-US"/>
            </a:p>
          </p:txBody>
        </p:sp>
        <p:sp>
          <p:nvSpPr>
            <p:cNvPr id="19" name="Line 18"/>
            <p:cNvSpPr>
              <a:spLocks noChangeShapeType="1"/>
            </p:cNvSpPr>
            <p:nvPr/>
          </p:nvSpPr>
          <p:spPr bwMode="auto">
            <a:xfrm>
              <a:off x="2276475" y="2844800"/>
              <a:ext cx="0" cy="523875"/>
            </a:xfrm>
            <a:prstGeom prst="line">
              <a:avLst/>
            </a:prstGeom>
            <a:noFill/>
            <a:ln w="12700">
              <a:solidFill>
                <a:schemeClr val="tx1"/>
              </a:solidFill>
              <a:round/>
              <a:headEnd type="stealth" w="med" len="lg"/>
              <a:tailEnd type="none" w="sm" len="sm"/>
            </a:ln>
            <a:effectLst/>
          </p:spPr>
          <p:txBody>
            <a:bodyPr wrap="none" anchor="ctr"/>
            <a:lstStyle/>
            <a:p>
              <a:endParaRPr lang="zh-CN" altLang="en-US"/>
            </a:p>
          </p:txBody>
        </p:sp>
        <p:sp>
          <p:nvSpPr>
            <p:cNvPr id="20" name="Rectangle 19"/>
            <p:cNvSpPr>
              <a:spLocks noChangeArrowheads="1"/>
            </p:cNvSpPr>
            <p:nvPr/>
          </p:nvSpPr>
          <p:spPr bwMode="auto">
            <a:xfrm>
              <a:off x="1457325" y="3413125"/>
              <a:ext cx="357470" cy="462307"/>
            </a:xfrm>
            <a:prstGeom prst="rect">
              <a:avLst/>
            </a:prstGeom>
            <a:noFill/>
            <a:ln w="9525">
              <a:noFill/>
              <a:miter lim="800000"/>
              <a:headEnd/>
              <a:tailEnd/>
            </a:ln>
            <a:effectLst/>
          </p:spPr>
          <p:txBody>
            <a:bodyPr wrap="none" lIns="92075" tIns="46038" rIns="92075" bIns="46038">
              <a:spAutoFit/>
            </a:bodyPr>
            <a:lstStyle/>
            <a:p>
              <a:pPr eaLnBrk="0" hangingPunct="0"/>
              <a:r>
                <a:rPr lang="en-US" altLang="zh-TW" sz="2400"/>
                <a:t>6</a:t>
              </a:r>
            </a:p>
          </p:txBody>
        </p:sp>
        <p:sp>
          <p:nvSpPr>
            <p:cNvPr id="21" name="Rectangle 20"/>
            <p:cNvSpPr>
              <a:spLocks noChangeArrowheads="1"/>
            </p:cNvSpPr>
            <p:nvPr/>
          </p:nvSpPr>
          <p:spPr bwMode="auto">
            <a:xfrm>
              <a:off x="2098675" y="3398838"/>
              <a:ext cx="357470" cy="462307"/>
            </a:xfrm>
            <a:prstGeom prst="rect">
              <a:avLst/>
            </a:prstGeom>
            <a:noFill/>
            <a:ln w="9525">
              <a:noFill/>
              <a:miter lim="800000"/>
              <a:headEnd/>
              <a:tailEnd/>
            </a:ln>
            <a:effectLst/>
          </p:spPr>
          <p:txBody>
            <a:bodyPr wrap="none" lIns="92075" tIns="46038" rIns="92075" bIns="46038">
              <a:spAutoFit/>
            </a:bodyPr>
            <a:lstStyle/>
            <a:p>
              <a:pPr eaLnBrk="0" hangingPunct="0"/>
              <a:r>
                <a:rPr lang="en-US" altLang="zh-TW" sz="2400"/>
                <a:t>7</a:t>
              </a:r>
            </a:p>
          </p:txBody>
        </p:sp>
        <p:sp>
          <p:nvSpPr>
            <p:cNvPr id="22" name="Rectangle 21"/>
            <p:cNvSpPr>
              <a:spLocks noChangeArrowheads="1"/>
            </p:cNvSpPr>
            <p:nvPr/>
          </p:nvSpPr>
          <p:spPr bwMode="auto">
            <a:xfrm>
              <a:off x="2708275" y="3378200"/>
              <a:ext cx="357470" cy="462307"/>
            </a:xfrm>
            <a:prstGeom prst="rect">
              <a:avLst/>
            </a:prstGeom>
            <a:noFill/>
            <a:ln w="9525">
              <a:noFill/>
              <a:miter lim="800000"/>
              <a:headEnd/>
              <a:tailEnd/>
            </a:ln>
            <a:effectLst/>
          </p:spPr>
          <p:txBody>
            <a:bodyPr wrap="none" lIns="92075" tIns="46038" rIns="92075" bIns="46038">
              <a:spAutoFit/>
            </a:bodyPr>
            <a:lstStyle/>
            <a:p>
              <a:pPr eaLnBrk="0" hangingPunct="0"/>
              <a:r>
                <a:rPr lang="en-US" altLang="zh-TW" sz="2400"/>
                <a:t>8</a:t>
              </a:r>
            </a:p>
          </p:txBody>
        </p:sp>
        <p:sp>
          <p:nvSpPr>
            <p:cNvPr id="23" name="Line 22"/>
            <p:cNvSpPr>
              <a:spLocks noChangeShapeType="1"/>
            </p:cNvSpPr>
            <p:nvPr/>
          </p:nvSpPr>
          <p:spPr bwMode="auto">
            <a:xfrm flipH="1" flipV="1">
              <a:off x="2492375" y="2774950"/>
              <a:ext cx="1262063" cy="558800"/>
            </a:xfrm>
            <a:prstGeom prst="line">
              <a:avLst/>
            </a:prstGeom>
            <a:noFill/>
            <a:ln w="12700">
              <a:solidFill>
                <a:srgbClr val="CC3300"/>
              </a:solidFill>
              <a:prstDash val="sysDot"/>
              <a:round/>
              <a:headEnd type="none" w="sm" len="sm"/>
              <a:tailEnd type="stealth" w="med" len="lg"/>
            </a:ln>
            <a:effectLst/>
          </p:spPr>
          <p:txBody>
            <a:bodyPr wrap="none" anchor="ctr"/>
            <a:lstStyle/>
            <a:p>
              <a:endParaRPr lang="zh-CN" altLang="en-US"/>
            </a:p>
          </p:txBody>
        </p:sp>
        <p:sp>
          <p:nvSpPr>
            <p:cNvPr id="24" name="Oval 23"/>
            <p:cNvSpPr>
              <a:spLocks noChangeArrowheads="1"/>
            </p:cNvSpPr>
            <p:nvPr/>
          </p:nvSpPr>
          <p:spPr bwMode="auto">
            <a:xfrm>
              <a:off x="7553325" y="2322513"/>
              <a:ext cx="392113" cy="392112"/>
            </a:xfrm>
            <a:prstGeom prst="ellipse">
              <a:avLst/>
            </a:prstGeom>
            <a:noFill/>
            <a:ln w="12700">
              <a:solidFill>
                <a:schemeClr val="tx1"/>
              </a:solidFill>
              <a:round/>
              <a:headEnd/>
              <a:tailEnd/>
            </a:ln>
            <a:effectLst/>
          </p:spPr>
          <p:txBody>
            <a:bodyPr wrap="none" anchor="ctr"/>
            <a:lstStyle/>
            <a:p>
              <a:endParaRPr lang="zh-CN" altLang="en-US"/>
            </a:p>
          </p:txBody>
        </p:sp>
        <p:sp>
          <p:nvSpPr>
            <p:cNvPr id="25" name="Rectangle 24"/>
            <p:cNvSpPr>
              <a:spLocks noChangeArrowheads="1"/>
            </p:cNvSpPr>
            <p:nvPr/>
          </p:nvSpPr>
          <p:spPr bwMode="auto">
            <a:xfrm>
              <a:off x="7564438" y="2316163"/>
              <a:ext cx="357470" cy="462307"/>
            </a:xfrm>
            <a:prstGeom prst="rect">
              <a:avLst/>
            </a:prstGeom>
            <a:noFill/>
            <a:ln w="9525">
              <a:noFill/>
              <a:miter lim="800000"/>
              <a:headEnd/>
              <a:tailEnd/>
            </a:ln>
            <a:effectLst/>
          </p:spPr>
          <p:txBody>
            <a:bodyPr wrap="none" lIns="92075" tIns="46038" rIns="92075" bIns="46038">
              <a:spAutoFit/>
            </a:bodyPr>
            <a:lstStyle/>
            <a:p>
              <a:pPr eaLnBrk="0" hangingPunct="0"/>
              <a:r>
                <a:rPr lang="en-US" altLang="zh-TW" sz="2400"/>
                <a:t>1</a:t>
              </a:r>
            </a:p>
          </p:txBody>
        </p:sp>
        <p:sp>
          <p:nvSpPr>
            <p:cNvPr id="26" name="Oval 25"/>
            <p:cNvSpPr>
              <a:spLocks noChangeArrowheads="1"/>
            </p:cNvSpPr>
            <p:nvPr/>
          </p:nvSpPr>
          <p:spPr bwMode="auto">
            <a:xfrm>
              <a:off x="6940550" y="3267075"/>
              <a:ext cx="392113" cy="392113"/>
            </a:xfrm>
            <a:prstGeom prst="ellipse">
              <a:avLst/>
            </a:prstGeom>
            <a:noFill/>
            <a:ln w="12700">
              <a:solidFill>
                <a:schemeClr val="tx1"/>
              </a:solidFill>
              <a:round/>
              <a:headEnd/>
              <a:tailEnd/>
            </a:ln>
            <a:effectLst/>
          </p:spPr>
          <p:txBody>
            <a:bodyPr wrap="none" anchor="ctr"/>
            <a:lstStyle/>
            <a:p>
              <a:endParaRPr lang="zh-CN" altLang="en-US"/>
            </a:p>
          </p:txBody>
        </p:sp>
        <p:sp>
          <p:nvSpPr>
            <p:cNvPr id="27" name="Oval 26"/>
            <p:cNvSpPr>
              <a:spLocks noChangeArrowheads="1"/>
            </p:cNvSpPr>
            <p:nvPr/>
          </p:nvSpPr>
          <p:spPr bwMode="auto">
            <a:xfrm>
              <a:off x="8201025" y="3230563"/>
              <a:ext cx="392113" cy="392112"/>
            </a:xfrm>
            <a:prstGeom prst="ellipse">
              <a:avLst/>
            </a:prstGeom>
            <a:noFill/>
            <a:ln w="12700">
              <a:solidFill>
                <a:schemeClr val="tx1"/>
              </a:solidFill>
              <a:round/>
              <a:headEnd/>
              <a:tailEnd/>
            </a:ln>
            <a:effectLst/>
          </p:spPr>
          <p:txBody>
            <a:bodyPr wrap="none" anchor="ctr"/>
            <a:lstStyle/>
            <a:p>
              <a:endParaRPr lang="zh-CN" altLang="en-US"/>
            </a:p>
          </p:txBody>
        </p:sp>
        <p:sp>
          <p:nvSpPr>
            <p:cNvPr id="28" name="Line 27"/>
            <p:cNvSpPr>
              <a:spLocks noChangeShapeType="1"/>
            </p:cNvSpPr>
            <p:nvPr/>
          </p:nvSpPr>
          <p:spPr bwMode="auto">
            <a:xfrm flipH="1">
              <a:off x="7131050" y="2692400"/>
              <a:ext cx="506413" cy="566738"/>
            </a:xfrm>
            <a:prstGeom prst="line">
              <a:avLst/>
            </a:prstGeom>
            <a:noFill/>
            <a:ln w="12700">
              <a:solidFill>
                <a:schemeClr val="tx1"/>
              </a:solidFill>
              <a:round/>
              <a:headEnd type="stealth" w="med" len="lg"/>
              <a:tailEnd type="none" w="sm" len="sm"/>
            </a:ln>
            <a:effectLst/>
          </p:spPr>
          <p:txBody>
            <a:bodyPr wrap="none" anchor="ctr"/>
            <a:lstStyle/>
            <a:p>
              <a:endParaRPr lang="zh-CN" altLang="en-US"/>
            </a:p>
          </p:txBody>
        </p:sp>
        <p:sp>
          <p:nvSpPr>
            <p:cNvPr id="29" name="Line 28"/>
            <p:cNvSpPr>
              <a:spLocks noChangeShapeType="1"/>
            </p:cNvSpPr>
            <p:nvPr/>
          </p:nvSpPr>
          <p:spPr bwMode="auto">
            <a:xfrm>
              <a:off x="7862888" y="2681288"/>
              <a:ext cx="482600" cy="542925"/>
            </a:xfrm>
            <a:prstGeom prst="line">
              <a:avLst/>
            </a:prstGeom>
            <a:noFill/>
            <a:ln w="12700">
              <a:solidFill>
                <a:schemeClr val="tx1"/>
              </a:solidFill>
              <a:round/>
              <a:headEnd type="stealth" w="med" len="lg"/>
              <a:tailEnd type="none" w="sm" len="sm"/>
            </a:ln>
            <a:effectLst/>
          </p:spPr>
          <p:txBody>
            <a:bodyPr wrap="none" anchor="ctr"/>
            <a:lstStyle/>
            <a:p>
              <a:endParaRPr lang="zh-CN" altLang="en-US"/>
            </a:p>
          </p:txBody>
        </p:sp>
        <p:sp>
          <p:nvSpPr>
            <p:cNvPr id="30" name="Rectangle 29"/>
            <p:cNvSpPr>
              <a:spLocks noChangeArrowheads="1"/>
            </p:cNvSpPr>
            <p:nvPr/>
          </p:nvSpPr>
          <p:spPr bwMode="auto">
            <a:xfrm>
              <a:off x="6954838" y="3279775"/>
              <a:ext cx="357470" cy="462307"/>
            </a:xfrm>
            <a:prstGeom prst="rect">
              <a:avLst/>
            </a:prstGeom>
            <a:noFill/>
            <a:ln w="9525">
              <a:noFill/>
              <a:miter lim="800000"/>
              <a:headEnd/>
              <a:tailEnd/>
            </a:ln>
            <a:effectLst/>
          </p:spPr>
          <p:txBody>
            <a:bodyPr wrap="none" lIns="92075" tIns="46038" rIns="92075" bIns="46038">
              <a:spAutoFit/>
            </a:bodyPr>
            <a:lstStyle/>
            <a:p>
              <a:pPr eaLnBrk="0" hangingPunct="0"/>
              <a:r>
                <a:rPr lang="en-US" altLang="zh-TW" sz="2400"/>
                <a:t>4</a:t>
              </a:r>
            </a:p>
          </p:txBody>
        </p:sp>
        <p:sp>
          <p:nvSpPr>
            <p:cNvPr id="31" name="Rectangle 30"/>
            <p:cNvSpPr>
              <a:spLocks noChangeArrowheads="1"/>
            </p:cNvSpPr>
            <p:nvPr/>
          </p:nvSpPr>
          <p:spPr bwMode="auto">
            <a:xfrm>
              <a:off x="8205788" y="3244850"/>
              <a:ext cx="357470" cy="462307"/>
            </a:xfrm>
            <a:prstGeom prst="rect">
              <a:avLst/>
            </a:prstGeom>
            <a:noFill/>
            <a:ln w="9525">
              <a:noFill/>
              <a:miter lim="800000"/>
              <a:headEnd/>
              <a:tailEnd/>
            </a:ln>
            <a:effectLst/>
          </p:spPr>
          <p:txBody>
            <a:bodyPr wrap="none" lIns="92075" tIns="46038" rIns="92075" bIns="46038">
              <a:spAutoFit/>
            </a:bodyPr>
            <a:lstStyle/>
            <a:p>
              <a:pPr eaLnBrk="0" hangingPunct="0"/>
              <a:r>
                <a:rPr lang="en-US" altLang="zh-TW" sz="2400"/>
                <a:t>9</a:t>
              </a:r>
            </a:p>
          </p:txBody>
        </p:sp>
        <p:sp>
          <p:nvSpPr>
            <p:cNvPr id="32" name="Oval 31"/>
            <p:cNvSpPr>
              <a:spLocks noChangeArrowheads="1"/>
            </p:cNvSpPr>
            <p:nvPr/>
          </p:nvSpPr>
          <p:spPr bwMode="auto">
            <a:xfrm>
              <a:off x="6172200" y="3286125"/>
              <a:ext cx="392113" cy="392113"/>
            </a:xfrm>
            <a:prstGeom prst="ellipse">
              <a:avLst/>
            </a:prstGeom>
            <a:noFill/>
            <a:ln w="12700">
              <a:solidFill>
                <a:schemeClr val="tx1"/>
              </a:solidFill>
              <a:round/>
              <a:headEnd/>
              <a:tailEnd/>
            </a:ln>
            <a:effectLst/>
          </p:spPr>
          <p:txBody>
            <a:bodyPr wrap="none" anchor="ctr"/>
            <a:lstStyle/>
            <a:p>
              <a:endParaRPr lang="zh-CN" altLang="en-US"/>
            </a:p>
          </p:txBody>
        </p:sp>
        <p:sp>
          <p:nvSpPr>
            <p:cNvPr id="33" name="Rectangle 32"/>
            <p:cNvSpPr>
              <a:spLocks noChangeArrowheads="1"/>
            </p:cNvSpPr>
            <p:nvPr/>
          </p:nvSpPr>
          <p:spPr bwMode="auto">
            <a:xfrm>
              <a:off x="6183313" y="3279775"/>
              <a:ext cx="357470" cy="462307"/>
            </a:xfrm>
            <a:prstGeom prst="rect">
              <a:avLst/>
            </a:prstGeom>
            <a:noFill/>
            <a:ln w="9525">
              <a:noFill/>
              <a:miter lim="800000"/>
              <a:headEnd/>
              <a:tailEnd/>
            </a:ln>
            <a:effectLst/>
          </p:spPr>
          <p:txBody>
            <a:bodyPr wrap="none" lIns="92075" tIns="46038" rIns="92075" bIns="46038">
              <a:spAutoFit/>
            </a:bodyPr>
            <a:lstStyle/>
            <a:p>
              <a:pPr eaLnBrk="0" hangingPunct="0"/>
              <a:r>
                <a:rPr lang="en-US" altLang="zh-TW" sz="2400"/>
                <a:t>0</a:t>
              </a:r>
            </a:p>
          </p:txBody>
        </p:sp>
        <p:sp>
          <p:nvSpPr>
            <p:cNvPr id="34" name="Oval 33"/>
            <p:cNvSpPr>
              <a:spLocks noChangeArrowheads="1"/>
            </p:cNvSpPr>
            <p:nvPr/>
          </p:nvSpPr>
          <p:spPr bwMode="auto">
            <a:xfrm>
              <a:off x="5559425" y="4230688"/>
              <a:ext cx="392113" cy="392112"/>
            </a:xfrm>
            <a:prstGeom prst="ellipse">
              <a:avLst/>
            </a:prstGeom>
            <a:noFill/>
            <a:ln w="12700">
              <a:solidFill>
                <a:schemeClr val="tx1"/>
              </a:solidFill>
              <a:round/>
              <a:headEnd/>
              <a:tailEnd/>
            </a:ln>
            <a:effectLst/>
          </p:spPr>
          <p:txBody>
            <a:bodyPr wrap="none" anchor="ctr"/>
            <a:lstStyle/>
            <a:p>
              <a:endParaRPr lang="zh-CN" altLang="en-US"/>
            </a:p>
          </p:txBody>
        </p:sp>
        <p:sp>
          <p:nvSpPr>
            <p:cNvPr id="35" name="Oval 34"/>
            <p:cNvSpPr>
              <a:spLocks noChangeArrowheads="1"/>
            </p:cNvSpPr>
            <p:nvPr/>
          </p:nvSpPr>
          <p:spPr bwMode="auto">
            <a:xfrm>
              <a:off x="6819900" y="4194175"/>
              <a:ext cx="392113" cy="392113"/>
            </a:xfrm>
            <a:prstGeom prst="ellipse">
              <a:avLst/>
            </a:prstGeom>
            <a:noFill/>
            <a:ln w="12700">
              <a:solidFill>
                <a:schemeClr val="tx1"/>
              </a:solidFill>
              <a:round/>
              <a:headEnd/>
              <a:tailEnd/>
            </a:ln>
            <a:effectLst/>
          </p:spPr>
          <p:txBody>
            <a:bodyPr wrap="none" anchor="ctr"/>
            <a:lstStyle/>
            <a:p>
              <a:endParaRPr lang="zh-CN" altLang="en-US"/>
            </a:p>
          </p:txBody>
        </p:sp>
        <p:sp>
          <p:nvSpPr>
            <p:cNvPr id="36" name="Line 35"/>
            <p:cNvSpPr>
              <a:spLocks noChangeShapeType="1"/>
            </p:cNvSpPr>
            <p:nvPr/>
          </p:nvSpPr>
          <p:spPr bwMode="auto">
            <a:xfrm flipH="1">
              <a:off x="5749925" y="3656013"/>
              <a:ext cx="506413" cy="566737"/>
            </a:xfrm>
            <a:prstGeom prst="line">
              <a:avLst/>
            </a:prstGeom>
            <a:noFill/>
            <a:ln w="12700">
              <a:solidFill>
                <a:schemeClr val="tx1"/>
              </a:solidFill>
              <a:round/>
              <a:headEnd type="stealth" w="med" len="lg"/>
              <a:tailEnd type="none" w="sm" len="sm"/>
            </a:ln>
            <a:effectLst/>
          </p:spPr>
          <p:txBody>
            <a:bodyPr wrap="none" anchor="ctr"/>
            <a:lstStyle/>
            <a:p>
              <a:endParaRPr lang="zh-CN" altLang="en-US"/>
            </a:p>
          </p:txBody>
        </p:sp>
        <p:sp>
          <p:nvSpPr>
            <p:cNvPr id="37" name="Line 36"/>
            <p:cNvSpPr>
              <a:spLocks noChangeShapeType="1"/>
            </p:cNvSpPr>
            <p:nvPr/>
          </p:nvSpPr>
          <p:spPr bwMode="auto">
            <a:xfrm>
              <a:off x="6481763" y="3644900"/>
              <a:ext cx="482600" cy="542925"/>
            </a:xfrm>
            <a:prstGeom prst="line">
              <a:avLst/>
            </a:prstGeom>
            <a:noFill/>
            <a:ln w="12700">
              <a:solidFill>
                <a:schemeClr val="tx1"/>
              </a:solidFill>
              <a:round/>
              <a:headEnd type="stealth" w="med" len="lg"/>
              <a:tailEnd type="none" w="sm" len="sm"/>
            </a:ln>
            <a:effectLst/>
          </p:spPr>
          <p:txBody>
            <a:bodyPr wrap="none" anchor="ctr"/>
            <a:lstStyle/>
            <a:p>
              <a:endParaRPr lang="zh-CN" altLang="en-US"/>
            </a:p>
          </p:txBody>
        </p:sp>
        <p:sp>
          <p:nvSpPr>
            <p:cNvPr id="38" name="Oval 37"/>
            <p:cNvSpPr>
              <a:spLocks noChangeArrowheads="1"/>
            </p:cNvSpPr>
            <p:nvPr/>
          </p:nvSpPr>
          <p:spPr bwMode="auto">
            <a:xfrm>
              <a:off x="6208713" y="4214813"/>
              <a:ext cx="392112" cy="392112"/>
            </a:xfrm>
            <a:prstGeom prst="ellipse">
              <a:avLst/>
            </a:prstGeom>
            <a:noFill/>
            <a:ln w="12700">
              <a:solidFill>
                <a:schemeClr val="tx1"/>
              </a:solidFill>
              <a:round/>
              <a:headEnd/>
              <a:tailEnd/>
            </a:ln>
            <a:effectLst/>
          </p:spPr>
          <p:txBody>
            <a:bodyPr wrap="none" anchor="ctr"/>
            <a:lstStyle/>
            <a:p>
              <a:endParaRPr lang="zh-CN" altLang="en-US"/>
            </a:p>
          </p:txBody>
        </p:sp>
        <p:sp>
          <p:nvSpPr>
            <p:cNvPr id="39" name="Line 38"/>
            <p:cNvSpPr>
              <a:spLocks noChangeShapeType="1"/>
            </p:cNvSpPr>
            <p:nvPr/>
          </p:nvSpPr>
          <p:spPr bwMode="auto">
            <a:xfrm>
              <a:off x="6392863" y="3675063"/>
              <a:ext cx="0" cy="523875"/>
            </a:xfrm>
            <a:prstGeom prst="line">
              <a:avLst/>
            </a:prstGeom>
            <a:noFill/>
            <a:ln w="12700">
              <a:solidFill>
                <a:schemeClr val="tx1"/>
              </a:solidFill>
              <a:round/>
              <a:headEnd type="stealth" w="med" len="lg"/>
              <a:tailEnd type="none" w="sm" len="sm"/>
            </a:ln>
            <a:effectLst/>
          </p:spPr>
          <p:txBody>
            <a:bodyPr wrap="none" anchor="ctr"/>
            <a:lstStyle/>
            <a:p>
              <a:endParaRPr lang="zh-CN" altLang="en-US"/>
            </a:p>
          </p:txBody>
        </p:sp>
        <p:sp>
          <p:nvSpPr>
            <p:cNvPr id="40" name="Rectangle 39"/>
            <p:cNvSpPr>
              <a:spLocks noChangeArrowheads="1"/>
            </p:cNvSpPr>
            <p:nvPr/>
          </p:nvSpPr>
          <p:spPr bwMode="auto">
            <a:xfrm>
              <a:off x="5573713" y="4243388"/>
              <a:ext cx="357470" cy="462307"/>
            </a:xfrm>
            <a:prstGeom prst="rect">
              <a:avLst/>
            </a:prstGeom>
            <a:noFill/>
            <a:ln w="9525">
              <a:noFill/>
              <a:miter lim="800000"/>
              <a:headEnd/>
              <a:tailEnd/>
            </a:ln>
            <a:effectLst/>
          </p:spPr>
          <p:txBody>
            <a:bodyPr wrap="none" lIns="92075" tIns="46038" rIns="92075" bIns="46038">
              <a:spAutoFit/>
            </a:bodyPr>
            <a:lstStyle/>
            <a:p>
              <a:pPr eaLnBrk="0" hangingPunct="0"/>
              <a:r>
                <a:rPr lang="en-US" altLang="zh-TW" sz="2400"/>
                <a:t>6</a:t>
              </a:r>
            </a:p>
          </p:txBody>
        </p:sp>
        <p:sp>
          <p:nvSpPr>
            <p:cNvPr id="41" name="Rectangle 40"/>
            <p:cNvSpPr>
              <a:spLocks noChangeArrowheads="1"/>
            </p:cNvSpPr>
            <p:nvPr/>
          </p:nvSpPr>
          <p:spPr bwMode="auto">
            <a:xfrm>
              <a:off x="6215063" y="4229100"/>
              <a:ext cx="357470" cy="462307"/>
            </a:xfrm>
            <a:prstGeom prst="rect">
              <a:avLst/>
            </a:prstGeom>
            <a:noFill/>
            <a:ln w="9525">
              <a:noFill/>
              <a:miter lim="800000"/>
              <a:headEnd/>
              <a:tailEnd/>
            </a:ln>
            <a:effectLst/>
          </p:spPr>
          <p:txBody>
            <a:bodyPr wrap="none" lIns="92075" tIns="46038" rIns="92075" bIns="46038">
              <a:spAutoFit/>
            </a:bodyPr>
            <a:lstStyle/>
            <a:p>
              <a:pPr eaLnBrk="0" hangingPunct="0"/>
              <a:r>
                <a:rPr lang="en-US" altLang="zh-TW" sz="2400"/>
                <a:t>7</a:t>
              </a:r>
            </a:p>
          </p:txBody>
        </p:sp>
        <p:sp>
          <p:nvSpPr>
            <p:cNvPr id="42" name="Rectangle 41"/>
            <p:cNvSpPr>
              <a:spLocks noChangeArrowheads="1"/>
            </p:cNvSpPr>
            <p:nvPr/>
          </p:nvSpPr>
          <p:spPr bwMode="auto">
            <a:xfrm>
              <a:off x="6824663" y="4208463"/>
              <a:ext cx="357470" cy="462307"/>
            </a:xfrm>
            <a:prstGeom prst="rect">
              <a:avLst/>
            </a:prstGeom>
            <a:noFill/>
            <a:ln w="9525">
              <a:noFill/>
              <a:miter lim="800000"/>
              <a:headEnd/>
              <a:tailEnd/>
            </a:ln>
            <a:effectLst/>
          </p:spPr>
          <p:txBody>
            <a:bodyPr wrap="none" lIns="92075" tIns="46038" rIns="92075" bIns="46038">
              <a:spAutoFit/>
            </a:bodyPr>
            <a:lstStyle/>
            <a:p>
              <a:pPr eaLnBrk="0" hangingPunct="0"/>
              <a:r>
                <a:rPr lang="en-US" altLang="zh-TW" sz="2400"/>
                <a:t>8</a:t>
              </a:r>
            </a:p>
          </p:txBody>
        </p:sp>
        <p:sp>
          <p:nvSpPr>
            <p:cNvPr id="43" name="Line 42"/>
            <p:cNvSpPr>
              <a:spLocks noChangeShapeType="1"/>
            </p:cNvSpPr>
            <p:nvPr/>
          </p:nvSpPr>
          <p:spPr bwMode="auto">
            <a:xfrm flipV="1">
              <a:off x="6370638" y="2619375"/>
              <a:ext cx="1146175" cy="650875"/>
            </a:xfrm>
            <a:prstGeom prst="line">
              <a:avLst/>
            </a:prstGeom>
            <a:noFill/>
            <a:ln w="12700">
              <a:solidFill>
                <a:srgbClr val="CC3300"/>
              </a:solidFill>
              <a:prstDash val="sysDot"/>
              <a:round/>
              <a:headEnd type="none" w="sm" len="sm"/>
              <a:tailEnd type="stealth" w="med" len="lg"/>
            </a:ln>
            <a:effectLst/>
          </p:spPr>
          <p:txBody>
            <a:bodyPr wrap="none" anchor="ctr"/>
            <a:lstStyle/>
            <a:p>
              <a:endParaRPr lang="zh-CN" altLang="en-US"/>
            </a:p>
          </p:txBody>
        </p:sp>
      </p:grpSp>
      <p:sp>
        <p:nvSpPr>
          <p:cNvPr id="45" name="矩形 44"/>
          <p:cNvSpPr/>
          <p:nvPr/>
        </p:nvSpPr>
        <p:spPr>
          <a:xfrm>
            <a:off x="3381357" y="3929067"/>
            <a:ext cx="5482591" cy="461665"/>
          </a:xfrm>
          <a:prstGeom prst="rect">
            <a:avLst/>
          </a:prstGeom>
        </p:spPr>
        <p:txBody>
          <a:bodyPr wrap="none">
            <a:spAutoFit/>
          </a:bodyPr>
          <a:lstStyle/>
          <a:p>
            <a:pPr eaLnBrk="0" hangingPunct="0"/>
            <a:r>
              <a:rPr lang="en-US" altLang="zh-TW" sz="2400" dirty="0"/>
              <a:t>Possible representation for S</a:t>
            </a:r>
            <a:r>
              <a:rPr lang="en-US" altLang="zh-TW" sz="1600" dirty="0"/>
              <a:t>1</a:t>
            </a:r>
            <a:r>
              <a:rPr lang="en-US" altLang="zh-TW" sz="2400" dirty="0"/>
              <a:t> </a:t>
            </a:r>
            <a:r>
              <a:rPr lang="en-US" altLang="zh-TW" sz="2400" i="1" dirty="0"/>
              <a:t>union</a:t>
            </a:r>
            <a:r>
              <a:rPr lang="en-US" altLang="zh-TW" sz="2400" dirty="0"/>
              <a:t> S</a:t>
            </a:r>
            <a:r>
              <a:rPr lang="en-US" altLang="zh-TW" sz="1600" dirty="0"/>
              <a:t>2</a:t>
            </a:r>
          </a:p>
        </p:txBody>
      </p:sp>
    </p:spTree>
    <p:extLst>
      <p:ext uri="{BB962C8B-B14F-4D97-AF65-F5344CB8AC3E}">
        <p14:creationId xmlns:p14="http://schemas.microsoft.com/office/powerpoint/2010/main" val="320827675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Disjoint-set Operations: Union</a:t>
            </a:r>
            <a:endParaRPr lang="zh-CN" altLang="en-US" dirty="0"/>
          </a:p>
        </p:txBody>
      </p:sp>
      <p:sp>
        <p:nvSpPr>
          <p:cNvPr id="3" name="内容占位符 2"/>
          <p:cNvSpPr>
            <a:spLocks noGrp="1"/>
          </p:cNvSpPr>
          <p:nvPr>
            <p:ph idx="1"/>
          </p:nvPr>
        </p:nvSpPr>
        <p:spPr>
          <a:xfrm>
            <a:off x="476251" y="908721"/>
            <a:ext cx="11239500" cy="5214935"/>
          </a:xfrm>
        </p:spPr>
        <p:txBody>
          <a:bodyPr/>
          <a:lstStyle/>
          <a:p>
            <a:r>
              <a:rPr lang="en-US" altLang="zh-CN" dirty="0" smtClean="0"/>
              <a:t>Eight elements, initially in different sets</a:t>
            </a:r>
          </a:p>
          <a:p>
            <a:endParaRPr lang="en-US" altLang="zh-CN" dirty="0" smtClean="0"/>
          </a:p>
          <a:p>
            <a:endParaRPr lang="en-US" altLang="zh-CN" dirty="0" smtClean="0"/>
          </a:p>
          <a:p>
            <a:endParaRPr lang="en-US" altLang="zh-CN" dirty="0" smtClean="0"/>
          </a:p>
          <a:p>
            <a:endParaRPr lang="en-US" altLang="zh-CN" dirty="0" smtClean="0"/>
          </a:p>
          <a:p>
            <a:endParaRPr lang="en-US" altLang="zh-CN" dirty="0" smtClean="0"/>
          </a:p>
          <a:p>
            <a:r>
              <a:rPr lang="en-US" altLang="zh-CN" dirty="0" smtClean="0"/>
              <a:t>After Union(4,5)</a:t>
            </a:r>
          </a:p>
          <a:p>
            <a:endParaRPr lang="zh-CN" altLang="en-US" dirty="0"/>
          </a:p>
        </p:txBody>
      </p:sp>
      <p:grpSp>
        <p:nvGrpSpPr>
          <p:cNvPr id="4" name="组合 36"/>
          <p:cNvGrpSpPr/>
          <p:nvPr/>
        </p:nvGrpSpPr>
        <p:grpSpPr>
          <a:xfrm>
            <a:off x="2452663" y="1429877"/>
            <a:ext cx="6102367" cy="1064879"/>
            <a:chOff x="969963" y="1347782"/>
            <a:chExt cx="6265862" cy="1227138"/>
          </a:xfrm>
        </p:grpSpPr>
        <p:grpSp>
          <p:nvGrpSpPr>
            <p:cNvPr id="8" name="Group 4"/>
            <p:cNvGrpSpPr>
              <a:grpSpLocks/>
            </p:cNvGrpSpPr>
            <p:nvPr/>
          </p:nvGrpSpPr>
          <p:grpSpPr bwMode="auto">
            <a:xfrm>
              <a:off x="1835150" y="1347782"/>
              <a:ext cx="504825" cy="1227138"/>
              <a:chOff x="748" y="890"/>
              <a:chExt cx="318" cy="773"/>
            </a:xfrm>
          </p:grpSpPr>
          <p:sp>
            <p:nvSpPr>
              <p:cNvPr id="5" name="Oval 5"/>
              <p:cNvSpPr>
                <a:spLocks noChangeArrowheads="1"/>
              </p:cNvSpPr>
              <p:nvPr/>
            </p:nvSpPr>
            <p:spPr bwMode="auto">
              <a:xfrm>
                <a:off x="748" y="1298"/>
                <a:ext cx="318" cy="318"/>
              </a:xfrm>
              <a:prstGeom prst="ellipse">
                <a:avLst/>
              </a:prstGeom>
              <a:solidFill>
                <a:schemeClr val="accent1"/>
              </a:solidFill>
              <a:ln w="9525" algn="ctr">
                <a:noFill/>
                <a:round/>
                <a:headEnd/>
                <a:tailEnd/>
              </a:ln>
            </p:spPr>
            <p:txBody>
              <a:bodyPr wrap="none" anchor="ctr"/>
              <a:lstStyle/>
              <a:p>
                <a:endParaRPr lang="zh-CN" altLang="en-US"/>
              </a:p>
            </p:txBody>
          </p:sp>
          <p:sp>
            <p:nvSpPr>
              <p:cNvPr id="6" name="Text Box 6"/>
              <p:cNvSpPr txBox="1">
                <a:spLocks noChangeArrowheads="1"/>
              </p:cNvSpPr>
              <p:nvPr/>
            </p:nvSpPr>
            <p:spPr bwMode="auto">
              <a:xfrm>
                <a:off x="793" y="1328"/>
                <a:ext cx="181" cy="335"/>
              </a:xfrm>
              <a:prstGeom prst="rect">
                <a:avLst/>
              </a:prstGeom>
              <a:noFill/>
              <a:ln w="9525" algn="ctr">
                <a:noFill/>
                <a:miter lim="800000"/>
                <a:headEnd/>
                <a:tailEnd/>
              </a:ln>
            </p:spPr>
            <p:txBody>
              <a:bodyPr>
                <a:spAutoFit/>
              </a:bodyPr>
              <a:lstStyle/>
              <a:p>
                <a:pPr>
                  <a:spcBef>
                    <a:spcPct val="50000"/>
                  </a:spcBef>
                </a:pPr>
                <a:r>
                  <a:rPr lang="en-US" altLang="zh-CN" sz="2400"/>
                  <a:t>1</a:t>
                </a:r>
              </a:p>
            </p:txBody>
          </p:sp>
          <p:sp>
            <p:nvSpPr>
              <p:cNvPr id="7" name="Line 7"/>
              <p:cNvSpPr>
                <a:spLocks noChangeShapeType="1"/>
              </p:cNvSpPr>
              <p:nvPr/>
            </p:nvSpPr>
            <p:spPr bwMode="auto">
              <a:xfrm flipV="1">
                <a:off x="884" y="890"/>
                <a:ext cx="0" cy="408"/>
              </a:xfrm>
              <a:prstGeom prst="line">
                <a:avLst/>
              </a:prstGeom>
              <a:noFill/>
              <a:ln w="12700">
                <a:solidFill>
                  <a:schemeClr val="tx1"/>
                </a:solidFill>
                <a:round/>
                <a:headEnd/>
                <a:tailEnd type="triangle" w="med" len="med"/>
              </a:ln>
            </p:spPr>
            <p:txBody>
              <a:bodyPr anchor="ctr"/>
              <a:lstStyle/>
              <a:p>
                <a:endParaRPr lang="zh-CN" altLang="en-US"/>
              </a:p>
            </p:txBody>
          </p:sp>
        </p:grpSp>
        <p:grpSp>
          <p:nvGrpSpPr>
            <p:cNvPr id="12" name="Group 8"/>
            <p:cNvGrpSpPr>
              <a:grpSpLocks/>
            </p:cNvGrpSpPr>
            <p:nvPr/>
          </p:nvGrpSpPr>
          <p:grpSpPr bwMode="auto">
            <a:xfrm>
              <a:off x="2627313" y="1347782"/>
              <a:ext cx="504825" cy="1227138"/>
              <a:chOff x="748" y="890"/>
              <a:chExt cx="318" cy="773"/>
            </a:xfrm>
          </p:grpSpPr>
          <p:sp>
            <p:nvSpPr>
              <p:cNvPr id="9" name="Oval 9"/>
              <p:cNvSpPr>
                <a:spLocks noChangeArrowheads="1"/>
              </p:cNvSpPr>
              <p:nvPr/>
            </p:nvSpPr>
            <p:spPr bwMode="auto">
              <a:xfrm>
                <a:off x="748" y="1298"/>
                <a:ext cx="318" cy="318"/>
              </a:xfrm>
              <a:prstGeom prst="ellipse">
                <a:avLst/>
              </a:prstGeom>
              <a:solidFill>
                <a:schemeClr val="accent1"/>
              </a:solidFill>
              <a:ln w="9525" algn="ctr">
                <a:noFill/>
                <a:round/>
                <a:headEnd/>
                <a:tailEnd/>
              </a:ln>
            </p:spPr>
            <p:txBody>
              <a:bodyPr wrap="none" anchor="ctr"/>
              <a:lstStyle/>
              <a:p>
                <a:endParaRPr lang="zh-CN" altLang="en-US"/>
              </a:p>
            </p:txBody>
          </p:sp>
          <p:sp>
            <p:nvSpPr>
              <p:cNvPr id="10" name="Text Box 10"/>
              <p:cNvSpPr txBox="1">
                <a:spLocks noChangeArrowheads="1"/>
              </p:cNvSpPr>
              <p:nvPr/>
            </p:nvSpPr>
            <p:spPr bwMode="auto">
              <a:xfrm>
                <a:off x="793" y="1328"/>
                <a:ext cx="181" cy="335"/>
              </a:xfrm>
              <a:prstGeom prst="rect">
                <a:avLst/>
              </a:prstGeom>
              <a:noFill/>
              <a:ln w="9525" algn="ctr">
                <a:noFill/>
                <a:miter lim="800000"/>
                <a:headEnd/>
                <a:tailEnd/>
              </a:ln>
            </p:spPr>
            <p:txBody>
              <a:bodyPr>
                <a:spAutoFit/>
              </a:bodyPr>
              <a:lstStyle/>
              <a:p>
                <a:pPr>
                  <a:spcBef>
                    <a:spcPct val="50000"/>
                  </a:spcBef>
                </a:pPr>
                <a:r>
                  <a:rPr lang="en-US" altLang="zh-CN" sz="2400" dirty="0"/>
                  <a:t>2</a:t>
                </a:r>
              </a:p>
            </p:txBody>
          </p:sp>
          <p:sp>
            <p:nvSpPr>
              <p:cNvPr id="11" name="Line 11"/>
              <p:cNvSpPr>
                <a:spLocks noChangeShapeType="1"/>
              </p:cNvSpPr>
              <p:nvPr/>
            </p:nvSpPr>
            <p:spPr bwMode="auto">
              <a:xfrm flipV="1">
                <a:off x="884" y="890"/>
                <a:ext cx="0" cy="408"/>
              </a:xfrm>
              <a:prstGeom prst="line">
                <a:avLst/>
              </a:prstGeom>
              <a:noFill/>
              <a:ln w="12700">
                <a:solidFill>
                  <a:schemeClr val="tx1"/>
                </a:solidFill>
                <a:round/>
                <a:headEnd/>
                <a:tailEnd type="triangle" w="med" len="med"/>
              </a:ln>
            </p:spPr>
            <p:txBody>
              <a:bodyPr anchor="ctr"/>
              <a:lstStyle/>
              <a:p>
                <a:endParaRPr lang="zh-CN" altLang="en-US"/>
              </a:p>
            </p:txBody>
          </p:sp>
        </p:grpSp>
        <p:grpSp>
          <p:nvGrpSpPr>
            <p:cNvPr id="16" name="Group 12"/>
            <p:cNvGrpSpPr>
              <a:grpSpLocks/>
            </p:cNvGrpSpPr>
            <p:nvPr/>
          </p:nvGrpSpPr>
          <p:grpSpPr bwMode="auto">
            <a:xfrm>
              <a:off x="3490913" y="1347782"/>
              <a:ext cx="504825" cy="1227138"/>
              <a:chOff x="748" y="890"/>
              <a:chExt cx="318" cy="773"/>
            </a:xfrm>
          </p:grpSpPr>
          <p:sp>
            <p:nvSpPr>
              <p:cNvPr id="13" name="Oval 13"/>
              <p:cNvSpPr>
                <a:spLocks noChangeArrowheads="1"/>
              </p:cNvSpPr>
              <p:nvPr/>
            </p:nvSpPr>
            <p:spPr bwMode="auto">
              <a:xfrm>
                <a:off x="748" y="1298"/>
                <a:ext cx="318" cy="318"/>
              </a:xfrm>
              <a:prstGeom prst="ellipse">
                <a:avLst/>
              </a:prstGeom>
              <a:solidFill>
                <a:schemeClr val="accent1"/>
              </a:solidFill>
              <a:ln w="9525" algn="ctr">
                <a:noFill/>
                <a:round/>
                <a:headEnd/>
                <a:tailEnd/>
              </a:ln>
            </p:spPr>
            <p:txBody>
              <a:bodyPr wrap="none" anchor="ctr"/>
              <a:lstStyle/>
              <a:p>
                <a:endParaRPr lang="zh-CN" altLang="en-US"/>
              </a:p>
            </p:txBody>
          </p:sp>
          <p:sp>
            <p:nvSpPr>
              <p:cNvPr id="14" name="Text Box 14"/>
              <p:cNvSpPr txBox="1">
                <a:spLocks noChangeArrowheads="1"/>
              </p:cNvSpPr>
              <p:nvPr/>
            </p:nvSpPr>
            <p:spPr bwMode="auto">
              <a:xfrm>
                <a:off x="793" y="1328"/>
                <a:ext cx="181" cy="335"/>
              </a:xfrm>
              <a:prstGeom prst="rect">
                <a:avLst/>
              </a:prstGeom>
              <a:noFill/>
              <a:ln w="9525" algn="ctr">
                <a:noFill/>
                <a:miter lim="800000"/>
                <a:headEnd/>
                <a:tailEnd/>
              </a:ln>
            </p:spPr>
            <p:txBody>
              <a:bodyPr>
                <a:spAutoFit/>
              </a:bodyPr>
              <a:lstStyle/>
              <a:p>
                <a:pPr>
                  <a:spcBef>
                    <a:spcPct val="50000"/>
                  </a:spcBef>
                </a:pPr>
                <a:r>
                  <a:rPr lang="en-US" altLang="zh-CN" sz="2400"/>
                  <a:t>3</a:t>
                </a:r>
              </a:p>
            </p:txBody>
          </p:sp>
          <p:sp>
            <p:nvSpPr>
              <p:cNvPr id="15" name="Line 15"/>
              <p:cNvSpPr>
                <a:spLocks noChangeShapeType="1"/>
              </p:cNvSpPr>
              <p:nvPr/>
            </p:nvSpPr>
            <p:spPr bwMode="auto">
              <a:xfrm flipV="1">
                <a:off x="884" y="890"/>
                <a:ext cx="0" cy="408"/>
              </a:xfrm>
              <a:prstGeom prst="line">
                <a:avLst/>
              </a:prstGeom>
              <a:noFill/>
              <a:ln w="12700">
                <a:solidFill>
                  <a:schemeClr val="tx1"/>
                </a:solidFill>
                <a:round/>
                <a:headEnd/>
                <a:tailEnd type="triangle" w="med" len="med"/>
              </a:ln>
            </p:spPr>
            <p:txBody>
              <a:bodyPr anchor="ctr"/>
              <a:lstStyle/>
              <a:p>
                <a:endParaRPr lang="zh-CN" altLang="en-US"/>
              </a:p>
            </p:txBody>
          </p:sp>
        </p:grpSp>
        <p:grpSp>
          <p:nvGrpSpPr>
            <p:cNvPr id="20" name="Group 16"/>
            <p:cNvGrpSpPr>
              <a:grpSpLocks/>
            </p:cNvGrpSpPr>
            <p:nvPr/>
          </p:nvGrpSpPr>
          <p:grpSpPr bwMode="auto">
            <a:xfrm>
              <a:off x="4283075" y="1347782"/>
              <a:ext cx="504825" cy="1227138"/>
              <a:chOff x="748" y="890"/>
              <a:chExt cx="318" cy="773"/>
            </a:xfrm>
          </p:grpSpPr>
          <p:sp>
            <p:nvSpPr>
              <p:cNvPr id="17" name="Oval 17"/>
              <p:cNvSpPr>
                <a:spLocks noChangeArrowheads="1"/>
              </p:cNvSpPr>
              <p:nvPr/>
            </p:nvSpPr>
            <p:spPr bwMode="auto">
              <a:xfrm>
                <a:off x="748" y="1298"/>
                <a:ext cx="318" cy="318"/>
              </a:xfrm>
              <a:prstGeom prst="ellipse">
                <a:avLst/>
              </a:prstGeom>
              <a:solidFill>
                <a:schemeClr val="accent1"/>
              </a:solidFill>
              <a:ln w="9525" algn="ctr">
                <a:noFill/>
                <a:round/>
                <a:headEnd/>
                <a:tailEnd/>
              </a:ln>
            </p:spPr>
            <p:txBody>
              <a:bodyPr wrap="none" anchor="ctr"/>
              <a:lstStyle/>
              <a:p>
                <a:endParaRPr lang="zh-CN" altLang="en-US"/>
              </a:p>
            </p:txBody>
          </p:sp>
          <p:sp>
            <p:nvSpPr>
              <p:cNvPr id="18" name="Text Box 18"/>
              <p:cNvSpPr txBox="1">
                <a:spLocks noChangeArrowheads="1"/>
              </p:cNvSpPr>
              <p:nvPr/>
            </p:nvSpPr>
            <p:spPr bwMode="auto">
              <a:xfrm>
                <a:off x="793" y="1328"/>
                <a:ext cx="181" cy="335"/>
              </a:xfrm>
              <a:prstGeom prst="rect">
                <a:avLst/>
              </a:prstGeom>
              <a:noFill/>
              <a:ln w="9525" algn="ctr">
                <a:noFill/>
                <a:miter lim="800000"/>
                <a:headEnd/>
                <a:tailEnd/>
              </a:ln>
            </p:spPr>
            <p:txBody>
              <a:bodyPr>
                <a:spAutoFit/>
              </a:bodyPr>
              <a:lstStyle/>
              <a:p>
                <a:pPr>
                  <a:spcBef>
                    <a:spcPct val="50000"/>
                  </a:spcBef>
                </a:pPr>
                <a:r>
                  <a:rPr lang="en-US" altLang="zh-CN" sz="2400"/>
                  <a:t>4</a:t>
                </a:r>
              </a:p>
            </p:txBody>
          </p:sp>
          <p:sp>
            <p:nvSpPr>
              <p:cNvPr id="19" name="Line 19"/>
              <p:cNvSpPr>
                <a:spLocks noChangeShapeType="1"/>
              </p:cNvSpPr>
              <p:nvPr/>
            </p:nvSpPr>
            <p:spPr bwMode="auto">
              <a:xfrm flipV="1">
                <a:off x="884" y="890"/>
                <a:ext cx="0" cy="408"/>
              </a:xfrm>
              <a:prstGeom prst="line">
                <a:avLst/>
              </a:prstGeom>
              <a:noFill/>
              <a:ln w="12700">
                <a:solidFill>
                  <a:schemeClr val="tx1"/>
                </a:solidFill>
                <a:round/>
                <a:headEnd/>
                <a:tailEnd type="triangle" w="med" len="med"/>
              </a:ln>
            </p:spPr>
            <p:txBody>
              <a:bodyPr anchor="ctr"/>
              <a:lstStyle/>
              <a:p>
                <a:endParaRPr lang="zh-CN" altLang="en-US"/>
              </a:p>
            </p:txBody>
          </p:sp>
        </p:grpSp>
        <p:grpSp>
          <p:nvGrpSpPr>
            <p:cNvPr id="24" name="Group 20"/>
            <p:cNvGrpSpPr>
              <a:grpSpLocks/>
            </p:cNvGrpSpPr>
            <p:nvPr/>
          </p:nvGrpSpPr>
          <p:grpSpPr bwMode="auto">
            <a:xfrm>
              <a:off x="5075238" y="1347782"/>
              <a:ext cx="504825" cy="1227138"/>
              <a:chOff x="748" y="890"/>
              <a:chExt cx="318" cy="773"/>
            </a:xfrm>
          </p:grpSpPr>
          <p:sp>
            <p:nvSpPr>
              <p:cNvPr id="21" name="Oval 21"/>
              <p:cNvSpPr>
                <a:spLocks noChangeArrowheads="1"/>
              </p:cNvSpPr>
              <p:nvPr/>
            </p:nvSpPr>
            <p:spPr bwMode="auto">
              <a:xfrm>
                <a:off x="748" y="1298"/>
                <a:ext cx="318" cy="318"/>
              </a:xfrm>
              <a:prstGeom prst="ellipse">
                <a:avLst/>
              </a:prstGeom>
              <a:solidFill>
                <a:schemeClr val="accent1"/>
              </a:solidFill>
              <a:ln w="9525" algn="ctr">
                <a:noFill/>
                <a:round/>
                <a:headEnd/>
                <a:tailEnd/>
              </a:ln>
            </p:spPr>
            <p:txBody>
              <a:bodyPr wrap="none" anchor="ctr"/>
              <a:lstStyle/>
              <a:p>
                <a:endParaRPr lang="zh-CN" altLang="en-US"/>
              </a:p>
            </p:txBody>
          </p:sp>
          <p:sp>
            <p:nvSpPr>
              <p:cNvPr id="22" name="Text Box 22"/>
              <p:cNvSpPr txBox="1">
                <a:spLocks noChangeArrowheads="1"/>
              </p:cNvSpPr>
              <p:nvPr/>
            </p:nvSpPr>
            <p:spPr bwMode="auto">
              <a:xfrm>
                <a:off x="793" y="1328"/>
                <a:ext cx="181" cy="335"/>
              </a:xfrm>
              <a:prstGeom prst="rect">
                <a:avLst/>
              </a:prstGeom>
              <a:noFill/>
              <a:ln w="9525" algn="ctr">
                <a:noFill/>
                <a:miter lim="800000"/>
                <a:headEnd/>
                <a:tailEnd/>
              </a:ln>
            </p:spPr>
            <p:txBody>
              <a:bodyPr>
                <a:spAutoFit/>
              </a:bodyPr>
              <a:lstStyle/>
              <a:p>
                <a:pPr>
                  <a:spcBef>
                    <a:spcPct val="50000"/>
                  </a:spcBef>
                </a:pPr>
                <a:r>
                  <a:rPr lang="en-US" altLang="zh-CN" sz="2400"/>
                  <a:t>5</a:t>
                </a:r>
              </a:p>
            </p:txBody>
          </p:sp>
          <p:sp>
            <p:nvSpPr>
              <p:cNvPr id="23" name="Line 23"/>
              <p:cNvSpPr>
                <a:spLocks noChangeShapeType="1"/>
              </p:cNvSpPr>
              <p:nvPr/>
            </p:nvSpPr>
            <p:spPr bwMode="auto">
              <a:xfrm flipV="1">
                <a:off x="884" y="890"/>
                <a:ext cx="0" cy="408"/>
              </a:xfrm>
              <a:prstGeom prst="line">
                <a:avLst/>
              </a:prstGeom>
              <a:noFill/>
              <a:ln w="12700">
                <a:solidFill>
                  <a:schemeClr val="tx1"/>
                </a:solidFill>
                <a:round/>
                <a:headEnd/>
                <a:tailEnd type="triangle" w="med" len="med"/>
              </a:ln>
            </p:spPr>
            <p:txBody>
              <a:bodyPr anchor="ctr"/>
              <a:lstStyle/>
              <a:p>
                <a:endParaRPr lang="zh-CN" altLang="en-US"/>
              </a:p>
            </p:txBody>
          </p:sp>
        </p:grpSp>
        <p:grpSp>
          <p:nvGrpSpPr>
            <p:cNvPr id="28" name="Group 24"/>
            <p:cNvGrpSpPr>
              <a:grpSpLocks/>
            </p:cNvGrpSpPr>
            <p:nvPr/>
          </p:nvGrpSpPr>
          <p:grpSpPr bwMode="auto">
            <a:xfrm>
              <a:off x="5938838" y="1347782"/>
              <a:ext cx="504825" cy="1227138"/>
              <a:chOff x="748" y="890"/>
              <a:chExt cx="318" cy="773"/>
            </a:xfrm>
          </p:grpSpPr>
          <p:sp>
            <p:nvSpPr>
              <p:cNvPr id="25" name="Oval 25"/>
              <p:cNvSpPr>
                <a:spLocks noChangeArrowheads="1"/>
              </p:cNvSpPr>
              <p:nvPr/>
            </p:nvSpPr>
            <p:spPr bwMode="auto">
              <a:xfrm>
                <a:off x="748" y="1298"/>
                <a:ext cx="318" cy="318"/>
              </a:xfrm>
              <a:prstGeom prst="ellipse">
                <a:avLst/>
              </a:prstGeom>
              <a:solidFill>
                <a:schemeClr val="accent1"/>
              </a:solidFill>
              <a:ln w="9525" algn="ctr">
                <a:noFill/>
                <a:round/>
                <a:headEnd/>
                <a:tailEnd/>
              </a:ln>
            </p:spPr>
            <p:txBody>
              <a:bodyPr wrap="none" anchor="ctr"/>
              <a:lstStyle/>
              <a:p>
                <a:endParaRPr lang="zh-CN" altLang="en-US"/>
              </a:p>
            </p:txBody>
          </p:sp>
          <p:sp>
            <p:nvSpPr>
              <p:cNvPr id="26" name="Text Box 26"/>
              <p:cNvSpPr txBox="1">
                <a:spLocks noChangeArrowheads="1"/>
              </p:cNvSpPr>
              <p:nvPr/>
            </p:nvSpPr>
            <p:spPr bwMode="auto">
              <a:xfrm>
                <a:off x="793" y="1328"/>
                <a:ext cx="181" cy="335"/>
              </a:xfrm>
              <a:prstGeom prst="rect">
                <a:avLst/>
              </a:prstGeom>
              <a:noFill/>
              <a:ln w="9525" algn="ctr">
                <a:noFill/>
                <a:miter lim="800000"/>
                <a:headEnd/>
                <a:tailEnd/>
              </a:ln>
            </p:spPr>
            <p:txBody>
              <a:bodyPr>
                <a:spAutoFit/>
              </a:bodyPr>
              <a:lstStyle/>
              <a:p>
                <a:pPr>
                  <a:spcBef>
                    <a:spcPct val="50000"/>
                  </a:spcBef>
                </a:pPr>
                <a:r>
                  <a:rPr lang="en-US" altLang="zh-CN" sz="2400"/>
                  <a:t>6</a:t>
                </a:r>
              </a:p>
            </p:txBody>
          </p:sp>
          <p:sp>
            <p:nvSpPr>
              <p:cNvPr id="27" name="Line 27"/>
              <p:cNvSpPr>
                <a:spLocks noChangeShapeType="1"/>
              </p:cNvSpPr>
              <p:nvPr/>
            </p:nvSpPr>
            <p:spPr bwMode="auto">
              <a:xfrm flipV="1">
                <a:off x="884" y="890"/>
                <a:ext cx="0" cy="408"/>
              </a:xfrm>
              <a:prstGeom prst="line">
                <a:avLst/>
              </a:prstGeom>
              <a:noFill/>
              <a:ln w="12700">
                <a:solidFill>
                  <a:schemeClr val="tx1"/>
                </a:solidFill>
                <a:round/>
                <a:headEnd/>
                <a:tailEnd type="triangle" w="med" len="med"/>
              </a:ln>
            </p:spPr>
            <p:txBody>
              <a:bodyPr anchor="ctr"/>
              <a:lstStyle/>
              <a:p>
                <a:endParaRPr lang="zh-CN" altLang="en-US"/>
              </a:p>
            </p:txBody>
          </p:sp>
        </p:grpSp>
        <p:grpSp>
          <p:nvGrpSpPr>
            <p:cNvPr id="32" name="Group 28"/>
            <p:cNvGrpSpPr>
              <a:grpSpLocks/>
            </p:cNvGrpSpPr>
            <p:nvPr/>
          </p:nvGrpSpPr>
          <p:grpSpPr bwMode="auto">
            <a:xfrm>
              <a:off x="6731000" y="1347782"/>
              <a:ext cx="504825" cy="1227138"/>
              <a:chOff x="748" y="890"/>
              <a:chExt cx="318" cy="773"/>
            </a:xfrm>
          </p:grpSpPr>
          <p:sp>
            <p:nvSpPr>
              <p:cNvPr id="29" name="Oval 29"/>
              <p:cNvSpPr>
                <a:spLocks noChangeArrowheads="1"/>
              </p:cNvSpPr>
              <p:nvPr/>
            </p:nvSpPr>
            <p:spPr bwMode="auto">
              <a:xfrm>
                <a:off x="748" y="1298"/>
                <a:ext cx="318" cy="318"/>
              </a:xfrm>
              <a:prstGeom prst="ellipse">
                <a:avLst/>
              </a:prstGeom>
              <a:solidFill>
                <a:schemeClr val="accent1"/>
              </a:solidFill>
              <a:ln w="9525" algn="ctr">
                <a:noFill/>
                <a:round/>
                <a:headEnd/>
                <a:tailEnd/>
              </a:ln>
            </p:spPr>
            <p:txBody>
              <a:bodyPr wrap="none" anchor="ctr"/>
              <a:lstStyle/>
              <a:p>
                <a:endParaRPr lang="zh-CN" altLang="en-US"/>
              </a:p>
            </p:txBody>
          </p:sp>
          <p:sp>
            <p:nvSpPr>
              <p:cNvPr id="30" name="Text Box 30"/>
              <p:cNvSpPr txBox="1">
                <a:spLocks noChangeArrowheads="1"/>
              </p:cNvSpPr>
              <p:nvPr/>
            </p:nvSpPr>
            <p:spPr bwMode="auto">
              <a:xfrm>
                <a:off x="793" y="1328"/>
                <a:ext cx="181" cy="335"/>
              </a:xfrm>
              <a:prstGeom prst="rect">
                <a:avLst/>
              </a:prstGeom>
              <a:noFill/>
              <a:ln w="9525" algn="ctr">
                <a:noFill/>
                <a:miter lim="800000"/>
                <a:headEnd/>
                <a:tailEnd/>
              </a:ln>
            </p:spPr>
            <p:txBody>
              <a:bodyPr>
                <a:spAutoFit/>
              </a:bodyPr>
              <a:lstStyle/>
              <a:p>
                <a:pPr>
                  <a:spcBef>
                    <a:spcPct val="50000"/>
                  </a:spcBef>
                </a:pPr>
                <a:r>
                  <a:rPr lang="en-US" altLang="zh-CN" sz="2400"/>
                  <a:t>7</a:t>
                </a:r>
              </a:p>
            </p:txBody>
          </p:sp>
          <p:sp>
            <p:nvSpPr>
              <p:cNvPr id="31" name="Line 31"/>
              <p:cNvSpPr>
                <a:spLocks noChangeShapeType="1"/>
              </p:cNvSpPr>
              <p:nvPr/>
            </p:nvSpPr>
            <p:spPr bwMode="auto">
              <a:xfrm flipV="1">
                <a:off x="884" y="890"/>
                <a:ext cx="0" cy="408"/>
              </a:xfrm>
              <a:prstGeom prst="line">
                <a:avLst/>
              </a:prstGeom>
              <a:noFill/>
              <a:ln w="12700">
                <a:solidFill>
                  <a:schemeClr val="tx1"/>
                </a:solidFill>
                <a:round/>
                <a:headEnd/>
                <a:tailEnd type="triangle" w="med" len="med"/>
              </a:ln>
            </p:spPr>
            <p:txBody>
              <a:bodyPr anchor="ctr"/>
              <a:lstStyle/>
              <a:p>
                <a:endParaRPr lang="zh-CN" altLang="en-US"/>
              </a:p>
            </p:txBody>
          </p:sp>
        </p:grpSp>
        <p:grpSp>
          <p:nvGrpSpPr>
            <p:cNvPr id="37" name="Group 32"/>
            <p:cNvGrpSpPr>
              <a:grpSpLocks/>
            </p:cNvGrpSpPr>
            <p:nvPr/>
          </p:nvGrpSpPr>
          <p:grpSpPr bwMode="auto">
            <a:xfrm>
              <a:off x="969963" y="1347782"/>
              <a:ext cx="504825" cy="1227138"/>
              <a:chOff x="748" y="890"/>
              <a:chExt cx="318" cy="773"/>
            </a:xfrm>
          </p:grpSpPr>
          <p:sp>
            <p:nvSpPr>
              <p:cNvPr id="33" name="Oval 33"/>
              <p:cNvSpPr>
                <a:spLocks noChangeArrowheads="1"/>
              </p:cNvSpPr>
              <p:nvPr/>
            </p:nvSpPr>
            <p:spPr bwMode="auto">
              <a:xfrm>
                <a:off x="748" y="1298"/>
                <a:ext cx="318" cy="318"/>
              </a:xfrm>
              <a:prstGeom prst="ellipse">
                <a:avLst/>
              </a:prstGeom>
              <a:solidFill>
                <a:schemeClr val="accent1"/>
              </a:solidFill>
              <a:ln w="9525" algn="ctr">
                <a:noFill/>
                <a:round/>
                <a:headEnd/>
                <a:tailEnd/>
              </a:ln>
            </p:spPr>
            <p:txBody>
              <a:bodyPr wrap="none" anchor="ctr"/>
              <a:lstStyle/>
              <a:p>
                <a:endParaRPr lang="zh-CN" altLang="en-US"/>
              </a:p>
            </p:txBody>
          </p:sp>
          <p:sp>
            <p:nvSpPr>
              <p:cNvPr id="34" name="Text Box 34"/>
              <p:cNvSpPr txBox="1">
                <a:spLocks noChangeArrowheads="1"/>
              </p:cNvSpPr>
              <p:nvPr/>
            </p:nvSpPr>
            <p:spPr bwMode="auto">
              <a:xfrm>
                <a:off x="793" y="1328"/>
                <a:ext cx="181" cy="335"/>
              </a:xfrm>
              <a:prstGeom prst="rect">
                <a:avLst/>
              </a:prstGeom>
              <a:noFill/>
              <a:ln w="9525" algn="ctr">
                <a:noFill/>
                <a:miter lim="800000"/>
                <a:headEnd/>
                <a:tailEnd/>
              </a:ln>
            </p:spPr>
            <p:txBody>
              <a:bodyPr>
                <a:spAutoFit/>
              </a:bodyPr>
              <a:lstStyle/>
              <a:p>
                <a:pPr>
                  <a:spcBef>
                    <a:spcPct val="50000"/>
                  </a:spcBef>
                </a:pPr>
                <a:r>
                  <a:rPr lang="en-US" altLang="zh-CN" sz="2400"/>
                  <a:t>0</a:t>
                </a:r>
              </a:p>
            </p:txBody>
          </p:sp>
          <p:sp>
            <p:nvSpPr>
              <p:cNvPr id="35" name="Line 35"/>
              <p:cNvSpPr>
                <a:spLocks noChangeShapeType="1"/>
              </p:cNvSpPr>
              <p:nvPr/>
            </p:nvSpPr>
            <p:spPr bwMode="auto">
              <a:xfrm flipV="1">
                <a:off x="884" y="890"/>
                <a:ext cx="0" cy="408"/>
              </a:xfrm>
              <a:prstGeom prst="line">
                <a:avLst/>
              </a:prstGeom>
              <a:noFill/>
              <a:ln w="12700">
                <a:solidFill>
                  <a:schemeClr val="tx1"/>
                </a:solidFill>
                <a:round/>
                <a:headEnd/>
                <a:tailEnd type="triangle" w="med" len="med"/>
              </a:ln>
            </p:spPr>
            <p:txBody>
              <a:bodyPr anchor="ctr"/>
              <a:lstStyle/>
              <a:p>
                <a:endParaRPr lang="zh-CN" altLang="en-US"/>
              </a:p>
            </p:txBody>
          </p:sp>
        </p:grpSp>
      </p:grpSp>
      <p:graphicFrame>
        <p:nvGraphicFramePr>
          <p:cNvPr id="36" name="Group 36"/>
          <p:cNvGraphicFramePr>
            <a:graphicFrameLocks noGrp="1"/>
          </p:cNvGraphicFramePr>
          <p:nvPr>
            <p:extLst/>
          </p:nvPr>
        </p:nvGraphicFramePr>
        <p:xfrm>
          <a:off x="2738415" y="2517307"/>
          <a:ext cx="5599129" cy="1055709"/>
        </p:xfrm>
        <a:graphic>
          <a:graphicData uri="http://schemas.openxmlformats.org/drawingml/2006/table">
            <a:tbl>
              <a:tblPr/>
              <a:tblGrid>
                <a:gridCol w="699701">
                  <a:extLst>
                    <a:ext uri="{9D8B030D-6E8A-4147-A177-3AD203B41FA5}">
                      <a16:colId xmlns:a16="http://schemas.microsoft.com/office/drawing/2014/main" val="20000"/>
                    </a:ext>
                  </a:extLst>
                </a:gridCol>
                <a:gridCol w="699701">
                  <a:extLst>
                    <a:ext uri="{9D8B030D-6E8A-4147-A177-3AD203B41FA5}">
                      <a16:colId xmlns:a16="http://schemas.microsoft.com/office/drawing/2014/main" val="20001"/>
                    </a:ext>
                  </a:extLst>
                </a:gridCol>
                <a:gridCol w="699701">
                  <a:extLst>
                    <a:ext uri="{9D8B030D-6E8A-4147-A177-3AD203B41FA5}">
                      <a16:colId xmlns:a16="http://schemas.microsoft.com/office/drawing/2014/main" val="20002"/>
                    </a:ext>
                  </a:extLst>
                </a:gridCol>
                <a:gridCol w="701222">
                  <a:extLst>
                    <a:ext uri="{9D8B030D-6E8A-4147-A177-3AD203B41FA5}">
                      <a16:colId xmlns:a16="http://schemas.microsoft.com/office/drawing/2014/main" val="20003"/>
                    </a:ext>
                  </a:extLst>
                </a:gridCol>
                <a:gridCol w="699701">
                  <a:extLst>
                    <a:ext uri="{9D8B030D-6E8A-4147-A177-3AD203B41FA5}">
                      <a16:colId xmlns:a16="http://schemas.microsoft.com/office/drawing/2014/main" val="20004"/>
                    </a:ext>
                  </a:extLst>
                </a:gridCol>
                <a:gridCol w="699701">
                  <a:extLst>
                    <a:ext uri="{9D8B030D-6E8A-4147-A177-3AD203B41FA5}">
                      <a16:colId xmlns:a16="http://schemas.microsoft.com/office/drawing/2014/main" val="20005"/>
                    </a:ext>
                  </a:extLst>
                </a:gridCol>
                <a:gridCol w="699701">
                  <a:extLst>
                    <a:ext uri="{9D8B030D-6E8A-4147-A177-3AD203B41FA5}">
                      <a16:colId xmlns:a16="http://schemas.microsoft.com/office/drawing/2014/main" val="20006"/>
                    </a:ext>
                  </a:extLst>
                </a:gridCol>
                <a:gridCol w="699701">
                  <a:extLst>
                    <a:ext uri="{9D8B030D-6E8A-4147-A177-3AD203B41FA5}">
                      <a16:colId xmlns:a16="http://schemas.microsoft.com/office/drawing/2014/main" val="20007"/>
                    </a:ext>
                  </a:extLst>
                </a:gridCol>
              </a:tblGrid>
              <a:tr h="617124">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400" b="1" i="0" u="none" strike="noStrike" cap="none" normalizeH="0" baseline="0" dirty="0" smtClean="0">
                          <a:ln>
                            <a:noFill/>
                          </a:ln>
                          <a:solidFill>
                            <a:srgbClr val="000000"/>
                          </a:solidFill>
                          <a:effectLst/>
                          <a:latin typeface="宋体" pitchFamily="2" charset="-122"/>
                          <a:ea typeface="宋体" pitchFamily="2" charset="-122"/>
                        </a:rPr>
                        <a:t>-1</a:t>
                      </a:r>
                      <a:endParaRPr kumimoji="1" lang="en-US" altLang="zh-CN" sz="2400" b="1" i="0" u="none" strike="noStrike" cap="none" normalizeH="0" baseline="0" dirty="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400" b="1" i="0" u="none" strike="noStrike" cap="none" normalizeH="0" baseline="0" smtClean="0">
                          <a:ln>
                            <a:noFill/>
                          </a:ln>
                          <a:solidFill>
                            <a:srgbClr val="000000"/>
                          </a:solidFill>
                          <a:effectLst/>
                          <a:latin typeface="宋体" pitchFamily="2" charset="-122"/>
                          <a:ea typeface="宋体" pitchFamily="2" charset="-122"/>
                        </a:rPr>
                        <a:t>-1</a:t>
                      </a:r>
                      <a:endParaRPr kumimoji="1" lang="en-US" altLang="zh-CN" sz="2400" b="1"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400" b="1" i="0" u="none" strike="noStrike" cap="none" normalizeH="0" baseline="0" smtClean="0">
                          <a:ln>
                            <a:noFill/>
                          </a:ln>
                          <a:solidFill>
                            <a:srgbClr val="000000"/>
                          </a:solidFill>
                          <a:effectLst/>
                          <a:latin typeface="宋体" pitchFamily="2" charset="-122"/>
                          <a:ea typeface="宋体" pitchFamily="2" charset="-122"/>
                        </a:rPr>
                        <a:t>-1</a:t>
                      </a:r>
                      <a:endParaRPr kumimoji="1" lang="en-US" altLang="zh-CN" sz="2400" b="1"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400" b="1" i="0" u="none" strike="noStrike" cap="none" normalizeH="0" baseline="0" smtClean="0">
                          <a:ln>
                            <a:noFill/>
                          </a:ln>
                          <a:solidFill>
                            <a:srgbClr val="000000"/>
                          </a:solidFill>
                          <a:effectLst/>
                          <a:latin typeface="宋体" pitchFamily="2" charset="-122"/>
                          <a:ea typeface="宋体" pitchFamily="2" charset="-122"/>
                        </a:rPr>
                        <a:t>-1</a:t>
                      </a:r>
                      <a:endParaRPr kumimoji="1" lang="en-US" altLang="zh-CN" sz="2400" b="1"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400" b="1" i="0" u="none" strike="noStrike" cap="none" normalizeH="0" baseline="0" dirty="0" smtClean="0">
                          <a:ln>
                            <a:noFill/>
                          </a:ln>
                          <a:solidFill>
                            <a:srgbClr val="000000"/>
                          </a:solidFill>
                          <a:effectLst/>
                          <a:latin typeface="宋体" pitchFamily="2" charset="-122"/>
                          <a:ea typeface="宋体" pitchFamily="2" charset="-122"/>
                        </a:rPr>
                        <a:t>-1</a:t>
                      </a:r>
                      <a:endParaRPr kumimoji="1" lang="en-US" altLang="zh-CN" sz="2400" b="1" i="0" u="none" strike="noStrike" cap="none" normalizeH="0" baseline="0" dirty="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400" b="1" i="0" u="none" strike="noStrike" cap="none" normalizeH="0" baseline="0" smtClean="0">
                          <a:ln>
                            <a:noFill/>
                          </a:ln>
                          <a:solidFill>
                            <a:srgbClr val="000000"/>
                          </a:solidFill>
                          <a:effectLst/>
                          <a:latin typeface="宋体" pitchFamily="2" charset="-122"/>
                          <a:ea typeface="宋体" pitchFamily="2" charset="-122"/>
                        </a:rPr>
                        <a:t>-1</a:t>
                      </a:r>
                      <a:endParaRPr kumimoji="1" lang="en-US" altLang="zh-CN" sz="2400" b="1"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400" b="1" i="0" u="none" strike="noStrike" cap="none" normalizeH="0" baseline="0" dirty="0" smtClean="0">
                          <a:ln>
                            <a:noFill/>
                          </a:ln>
                          <a:solidFill>
                            <a:srgbClr val="000000"/>
                          </a:solidFill>
                          <a:effectLst/>
                          <a:latin typeface="宋体" pitchFamily="2" charset="-122"/>
                          <a:ea typeface="宋体" pitchFamily="2" charset="-122"/>
                        </a:rPr>
                        <a:t>-1</a:t>
                      </a:r>
                      <a:endParaRPr kumimoji="1" lang="en-US" altLang="zh-CN" sz="2400" b="1" i="0" u="none" strike="noStrike" cap="none" normalizeH="0" baseline="0" dirty="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400" b="1" i="0" u="none" strike="noStrike" cap="none" normalizeH="0" baseline="0" smtClean="0">
                          <a:ln>
                            <a:noFill/>
                          </a:ln>
                          <a:solidFill>
                            <a:srgbClr val="000000"/>
                          </a:solidFill>
                          <a:effectLst/>
                          <a:latin typeface="宋体" pitchFamily="2" charset="-122"/>
                          <a:ea typeface="宋体" pitchFamily="2" charset="-122"/>
                        </a:rPr>
                        <a:t>-1</a:t>
                      </a:r>
                      <a:endParaRPr kumimoji="1" lang="en-US" altLang="zh-CN" sz="2400" b="1"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0"/>
                  </a:ext>
                </a:extLst>
              </a:tr>
              <a:tr h="438585">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宋体" pitchFamily="2" charset="-122"/>
                          <a:ea typeface="宋体" pitchFamily="2" charset="-122"/>
                        </a:rPr>
                        <a:t>0</a:t>
                      </a:r>
                      <a:endParaRPr kumimoji="1"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cap="flat">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宋体" pitchFamily="2" charset="-122"/>
                          <a:ea typeface="宋体" pitchFamily="2" charset="-122"/>
                        </a:rPr>
                        <a:t>1</a:t>
                      </a:r>
                      <a:endParaRPr kumimoji="1"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宋体" pitchFamily="2" charset="-122"/>
                          <a:ea typeface="宋体" pitchFamily="2" charset="-122"/>
                        </a:rPr>
                        <a:t>2</a:t>
                      </a:r>
                      <a:endParaRPr kumimoji="1"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宋体" pitchFamily="2" charset="-122"/>
                          <a:ea typeface="宋体" pitchFamily="2" charset="-122"/>
                        </a:rPr>
                        <a:t>3</a:t>
                      </a:r>
                      <a:endParaRPr kumimoji="1"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宋体" pitchFamily="2" charset="-122"/>
                          <a:ea typeface="宋体" pitchFamily="2" charset="-122"/>
                        </a:rPr>
                        <a:t>4</a:t>
                      </a:r>
                      <a:endParaRPr kumimoji="1"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宋体" pitchFamily="2" charset="-122"/>
                          <a:ea typeface="宋体" pitchFamily="2" charset="-122"/>
                        </a:rPr>
                        <a:t>5</a:t>
                      </a:r>
                      <a:endParaRPr kumimoji="1"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宋体" pitchFamily="2" charset="-122"/>
                          <a:ea typeface="宋体" pitchFamily="2" charset="-122"/>
                        </a:rPr>
                        <a:t>6</a:t>
                      </a:r>
                      <a:endParaRPr kumimoji="1"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dirty="0" smtClean="0">
                          <a:ln>
                            <a:noFill/>
                          </a:ln>
                          <a:solidFill>
                            <a:schemeClr val="tx1"/>
                          </a:solidFill>
                          <a:effectLst/>
                          <a:latin typeface="宋体" pitchFamily="2" charset="-122"/>
                          <a:ea typeface="宋体" pitchFamily="2" charset="-122"/>
                        </a:rPr>
                        <a:t>7</a:t>
                      </a:r>
                      <a:endParaRPr kumimoji="1" lang="en-US" altLang="zh-CN" sz="2400" b="0" i="0" u="none" strike="noStrike" cap="none" normalizeH="0" baseline="0" dirty="0" smtClean="0">
                        <a:ln>
                          <a:noFill/>
                        </a:ln>
                        <a:solidFill>
                          <a:schemeClr val="tx1"/>
                        </a:solidFill>
                        <a:effectLst/>
                        <a:latin typeface="Times New Roman" pitchFamily="18" charset="0"/>
                        <a:ea typeface="宋体" pitchFamily="2" charset="-122"/>
                      </a:endParaRPr>
                    </a:p>
                  </a:txBody>
                  <a:tcPr anchor="ctr" horzOverflow="overflow">
                    <a:lnL>
                      <a:noFill/>
                    </a:lnL>
                    <a:lnR cap="flat">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68" name="Group 36"/>
          <p:cNvGraphicFramePr>
            <a:graphicFrameLocks noGrp="1"/>
          </p:cNvGraphicFramePr>
          <p:nvPr>
            <p:extLst/>
          </p:nvPr>
        </p:nvGraphicFramePr>
        <p:xfrm>
          <a:off x="2881290" y="5700010"/>
          <a:ext cx="5572162" cy="897342"/>
        </p:xfrm>
        <a:graphic>
          <a:graphicData uri="http://schemas.openxmlformats.org/drawingml/2006/table">
            <a:tbl>
              <a:tblPr/>
              <a:tblGrid>
                <a:gridCol w="696331">
                  <a:extLst>
                    <a:ext uri="{9D8B030D-6E8A-4147-A177-3AD203B41FA5}">
                      <a16:colId xmlns:a16="http://schemas.microsoft.com/office/drawing/2014/main" val="20000"/>
                    </a:ext>
                  </a:extLst>
                </a:gridCol>
                <a:gridCol w="696331">
                  <a:extLst>
                    <a:ext uri="{9D8B030D-6E8A-4147-A177-3AD203B41FA5}">
                      <a16:colId xmlns:a16="http://schemas.microsoft.com/office/drawing/2014/main" val="20001"/>
                    </a:ext>
                  </a:extLst>
                </a:gridCol>
                <a:gridCol w="696331">
                  <a:extLst>
                    <a:ext uri="{9D8B030D-6E8A-4147-A177-3AD203B41FA5}">
                      <a16:colId xmlns:a16="http://schemas.microsoft.com/office/drawing/2014/main" val="20002"/>
                    </a:ext>
                  </a:extLst>
                </a:gridCol>
                <a:gridCol w="697845">
                  <a:extLst>
                    <a:ext uri="{9D8B030D-6E8A-4147-A177-3AD203B41FA5}">
                      <a16:colId xmlns:a16="http://schemas.microsoft.com/office/drawing/2014/main" val="20003"/>
                    </a:ext>
                  </a:extLst>
                </a:gridCol>
                <a:gridCol w="696331">
                  <a:extLst>
                    <a:ext uri="{9D8B030D-6E8A-4147-A177-3AD203B41FA5}">
                      <a16:colId xmlns:a16="http://schemas.microsoft.com/office/drawing/2014/main" val="20004"/>
                    </a:ext>
                  </a:extLst>
                </a:gridCol>
                <a:gridCol w="696331">
                  <a:extLst>
                    <a:ext uri="{9D8B030D-6E8A-4147-A177-3AD203B41FA5}">
                      <a16:colId xmlns:a16="http://schemas.microsoft.com/office/drawing/2014/main" val="20005"/>
                    </a:ext>
                  </a:extLst>
                </a:gridCol>
                <a:gridCol w="696331">
                  <a:extLst>
                    <a:ext uri="{9D8B030D-6E8A-4147-A177-3AD203B41FA5}">
                      <a16:colId xmlns:a16="http://schemas.microsoft.com/office/drawing/2014/main" val="20006"/>
                    </a:ext>
                  </a:extLst>
                </a:gridCol>
                <a:gridCol w="696331">
                  <a:extLst>
                    <a:ext uri="{9D8B030D-6E8A-4147-A177-3AD203B41FA5}">
                      <a16:colId xmlns:a16="http://schemas.microsoft.com/office/drawing/2014/main" val="20007"/>
                    </a:ext>
                  </a:extLst>
                </a:gridCol>
              </a:tblGrid>
              <a:tr h="501102">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400" b="1" i="0" u="none" strike="noStrike" cap="none" normalizeH="0" baseline="0" smtClean="0">
                          <a:ln>
                            <a:noFill/>
                          </a:ln>
                          <a:solidFill>
                            <a:srgbClr val="000000"/>
                          </a:solidFill>
                          <a:effectLst/>
                          <a:latin typeface="宋体" pitchFamily="2" charset="-122"/>
                          <a:ea typeface="宋体" pitchFamily="2" charset="-122"/>
                        </a:rPr>
                        <a:t>-1</a:t>
                      </a:r>
                      <a:endParaRPr kumimoji="1" lang="en-US" altLang="zh-CN" sz="2400" b="1"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400" b="1" i="0" u="none" strike="noStrike" cap="none" normalizeH="0" baseline="0" smtClean="0">
                          <a:ln>
                            <a:noFill/>
                          </a:ln>
                          <a:solidFill>
                            <a:srgbClr val="000000"/>
                          </a:solidFill>
                          <a:effectLst/>
                          <a:latin typeface="宋体" pitchFamily="2" charset="-122"/>
                          <a:ea typeface="宋体" pitchFamily="2" charset="-122"/>
                        </a:rPr>
                        <a:t>-1</a:t>
                      </a:r>
                      <a:endParaRPr kumimoji="1" lang="en-US" altLang="zh-CN" sz="2400" b="1"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400" b="1" i="0" u="none" strike="noStrike" cap="none" normalizeH="0" baseline="0" smtClean="0">
                          <a:ln>
                            <a:noFill/>
                          </a:ln>
                          <a:solidFill>
                            <a:srgbClr val="000000"/>
                          </a:solidFill>
                          <a:effectLst/>
                          <a:latin typeface="宋体" pitchFamily="2" charset="-122"/>
                          <a:ea typeface="宋体" pitchFamily="2" charset="-122"/>
                        </a:rPr>
                        <a:t>-1</a:t>
                      </a:r>
                      <a:endParaRPr kumimoji="1" lang="en-US" altLang="zh-CN" sz="2400" b="1"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400" b="1" i="0" u="none" strike="noStrike" cap="none" normalizeH="0" baseline="0" smtClean="0">
                          <a:ln>
                            <a:noFill/>
                          </a:ln>
                          <a:solidFill>
                            <a:srgbClr val="000000"/>
                          </a:solidFill>
                          <a:effectLst/>
                          <a:latin typeface="宋体" pitchFamily="2" charset="-122"/>
                          <a:ea typeface="宋体" pitchFamily="2" charset="-122"/>
                        </a:rPr>
                        <a:t>-1</a:t>
                      </a:r>
                      <a:endParaRPr kumimoji="1" lang="en-US" altLang="zh-CN" sz="2400" b="1"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400" b="1" i="0" u="none" strike="noStrike" cap="none" normalizeH="0" baseline="0" smtClean="0">
                          <a:ln>
                            <a:noFill/>
                          </a:ln>
                          <a:solidFill>
                            <a:srgbClr val="000000"/>
                          </a:solidFill>
                          <a:effectLst/>
                          <a:latin typeface="宋体" pitchFamily="2" charset="-122"/>
                          <a:ea typeface="宋体" pitchFamily="2" charset="-122"/>
                        </a:rPr>
                        <a:t>-1</a:t>
                      </a:r>
                      <a:endParaRPr kumimoji="1" lang="en-US" altLang="zh-CN" sz="2400" b="1"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400" b="1" i="0" u="none" strike="noStrike" cap="none" normalizeH="0" baseline="0" smtClean="0">
                          <a:ln>
                            <a:noFill/>
                          </a:ln>
                          <a:solidFill>
                            <a:srgbClr val="000000"/>
                          </a:solidFill>
                          <a:effectLst/>
                          <a:latin typeface="宋体" pitchFamily="2" charset="-122"/>
                          <a:ea typeface="宋体" pitchFamily="2" charset="-122"/>
                        </a:rPr>
                        <a:t>4</a:t>
                      </a:r>
                      <a:endParaRPr kumimoji="1" lang="en-US" altLang="zh-CN" sz="2400" b="1"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400" b="1" i="0" u="none" strike="noStrike" cap="none" normalizeH="0" baseline="0" smtClean="0">
                          <a:ln>
                            <a:noFill/>
                          </a:ln>
                          <a:solidFill>
                            <a:srgbClr val="000000"/>
                          </a:solidFill>
                          <a:effectLst/>
                          <a:latin typeface="宋体" pitchFamily="2" charset="-122"/>
                          <a:ea typeface="宋体" pitchFamily="2" charset="-122"/>
                        </a:rPr>
                        <a:t>-1</a:t>
                      </a:r>
                      <a:endParaRPr kumimoji="1" lang="en-US" altLang="zh-CN" sz="2400" b="1"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400" b="1" i="0" u="none" strike="noStrike" cap="none" normalizeH="0" baseline="0" smtClean="0">
                          <a:ln>
                            <a:noFill/>
                          </a:ln>
                          <a:solidFill>
                            <a:srgbClr val="000000"/>
                          </a:solidFill>
                          <a:effectLst/>
                          <a:latin typeface="宋体" pitchFamily="2" charset="-122"/>
                          <a:ea typeface="宋体" pitchFamily="2" charset="-122"/>
                        </a:rPr>
                        <a:t>-1</a:t>
                      </a:r>
                      <a:endParaRPr kumimoji="1" lang="en-US" altLang="zh-CN" sz="2400" b="1"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0"/>
                  </a:ext>
                </a:extLst>
              </a:tr>
              <a:tr h="356130">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宋体" pitchFamily="2" charset="-122"/>
                          <a:ea typeface="宋体" pitchFamily="2" charset="-122"/>
                        </a:rPr>
                        <a:t>0</a:t>
                      </a:r>
                      <a:endParaRPr kumimoji="1"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cap="flat">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宋体" pitchFamily="2" charset="-122"/>
                          <a:ea typeface="宋体" pitchFamily="2" charset="-122"/>
                        </a:rPr>
                        <a:t>1</a:t>
                      </a:r>
                      <a:endParaRPr kumimoji="1"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宋体" pitchFamily="2" charset="-122"/>
                          <a:ea typeface="宋体" pitchFamily="2" charset="-122"/>
                        </a:rPr>
                        <a:t>2</a:t>
                      </a:r>
                      <a:endParaRPr kumimoji="1"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宋体" pitchFamily="2" charset="-122"/>
                          <a:ea typeface="宋体" pitchFamily="2" charset="-122"/>
                        </a:rPr>
                        <a:t>3</a:t>
                      </a:r>
                      <a:endParaRPr kumimoji="1"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宋体" pitchFamily="2" charset="-122"/>
                          <a:ea typeface="宋体" pitchFamily="2" charset="-122"/>
                        </a:rPr>
                        <a:t>4</a:t>
                      </a:r>
                      <a:endParaRPr kumimoji="1"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宋体" pitchFamily="2" charset="-122"/>
                          <a:ea typeface="宋体" pitchFamily="2" charset="-122"/>
                        </a:rPr>
                        <a:t>5</a:t>
                      </a:r>
                      <a:endParaRPr kumimoji="1"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宋体" pitchFamily="2" charset="-122"/>
                          <a:ea typeface="宋体" pitchFamily="2" charset="-122"/>
                        </a:rPr>
                        <a:t>6</a:t>
                      </a:r>
                      <a:endParaRPr kumimoji="1"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dirty="0" smtClean="0">
                          <a:ln>
                            <a:noFill/>
                          </a:ln>
                          <a:solidFill>
                            <a:schemeClr val="tx1"/>
                          </a:solidFill>
                          <a:effectLst/>
                          <a:latin typeface="宋体" pitchFamily="2" charset="-122"/>
                          <a:ea typeface="宋体" pitchFamily="2" charset="-122"/>
                        </a:rPr>
                        <a:t>7</a:t>
                      </a:r>
                      <a:endParaRPr kumimoji="1" lang="en-US" altLang="zh-CN" sz="2400" b="0" i="0" u="none" strike="noStrike" cap="none" normalizeH="0" baseline="0" dirty="0" smtClean="0">
                        <a:ln>
                          <a:noFill/>
                        </a:ln>
                        <a:solidFill>
                          <a:schemeClr val="tx1"/>
                        </a:solidFill>
                        <a:effectLst/>
                        <a:latin typeface="Times New Roman" pitchFamily="18" charset="0"/>
                        <a:ea typeface="宋体" pitchFamily="2" charset="-122"/>
                      </a:endParaRPr>
                    </a:p>
                  </a:txBody>
                  <a:tcPr anchor="ctr" horzOverflow="overflow">
                    <a:lnL>
                      <a:noFill/>
                    </a:lnL>
                    <a:lnR cap="flat">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1"/>
                  </a:ext>
                </a:extLst>
              </a:tr>
            </a:tbl>
          </a:graphicData>
        </a:graphic>
      </p:graphicFrame>
      <p:grpSp>
        <p:nvGrpSpPr>
          <p:cNvPr id="38" name="组合 69"/>
          <p:cNvGrpSpPr/>
          <p:nvPr/>
        </p:nvGrpSpPr>
        <p:grpSpPr>
          <a:xfrm>
            <a:off x="2809853" y="3985499"/>
            <a:ext cx="6003965" cy="1682717"/>
            <a:chOff x="1211241" y="3408380"/>
            <a:chExt cx="6265862" cy="1850807"/>
          </a:xfrm>
        </p:grpSpPr>
        <p:grpSp>
          <p:nvGrpSpPr>
            <p:cNvPr id="42" name="Group 4"/>
            <p:cNvGrpSpPr>
              <a:grpSpLocks/>
            </p:cNvGrpSpPr>
            <p:nvPr/>
          </p:nvGrpSpPr>
          <p:grpSpPr bwMode="auto">
            <a:xfrm>
              <a:off x="2076428" y="3409968"/>
              <a:ext cx="504825" cy="1203325"/>
              <a:chOff x="748" y="890"/>
              <a:chExt cx="318" cy="758"/>
            </a:xfrm>
          </p:grpSpPr>
          <p:sp>
            <p:nvSpPr>
              <p:cNvPr id="39" name="Oval 5"/>
              <p:cNvSpPr>
                <a:spLocks noChangeArrowheads="1"/>
              </p:cNvSpPr>
              <p:nvPr/>
            </p:nvSpPr>
            <p:spPr bwMode="auto">
              <a:xfrm>
                <a:off x="748" y="1298"/>
                <a:ext cx="318" cy="318"/>
              </a:xfrm>
              <a:prstGeom prst="ellipse">
                <a:avLst/>
              </a:prstGeom>
              <a:solidFill>
                <a:schemeClr val="accent1"/>
              </a:solidFill>
              <a:ln w="9525" algn="ctr">
                <a:noFill/>
                <a:round/>
                <a:headEnd/>
                <a:tailEnd/>
              </a:ln>
            </p:spPr>
            <p:txBody>
              <a:bodyPr wrap="none" anchor="ctr"/>
              <a:lstStyle/>
              <a:p>
                <a:endParaRPr lang="zh-CN" altLang="en-US"/>
              </a:p>
            </p:txBody>
          </p:sp>
          <p:sp>
            <p:nvSpPr>
              <p:cNvPr id="40" name="Text Box 6"/>
              <p:cNvSpPr txBox="1">
                <a:spLocks noChangeArrowheads="1"/>
              </p:cNvSpPr>
              <p:nvPr/>
            </p:nvSpPr>
            <p:spPr bwMode="auto">
              <a:xfrm>
                <a:off x="793" y="1328"/>
                <a:ext cx="181" cy="320"/>
              </a:xfrm>
              <a:prstGeom prst="rect">
                <a:avLst/>
              </a:prstGeom>
              <a:noFill/>
              <a:ln w="9525" algn="ctr">
                <a:noFill/>
                <a:miter lim="800000"/>
                <a:headEnd/>
                <a:tailEnd/>
              </a:ln>
            </p:spPr>
            <p:txBody>
              <a:bodyPr>
                <a:spAutoFit/>
              </a:bodyPr>
              <a:lstStyle/>
              <a:p>
                <a:pPr>
                  <a:spcBef>
                    <a:spcPct val="50000"/>
                  </a:spcBef>
                </a:pPr>
                <a:r>
                  <a:rPr lang="en-US" altLang="zh-CN" sz="2400"/>
                  <a:t>1</a:t>
                </a:r>
              </a:p>
            </p:txBody>
          </p:sp>
          <p:sp>
            <p:nvSpPr>
              <p:cNvPr id="41" name="Line 7"/>
              <p:cNvSpPr>
                <a:spLocks noChangeShapeType="1"/>
              </p:cNvSpPr>
              <p:nvPr/>
            </p:nvSpPr>
            <p:spPr bwMode="auto">
              <a:xfrm flipV="1">
                <a:off x="884" y="890"/>
                <a:ext cx="0" cy="408"/>
              </a:xfrm>
              <a:prstGeom prst="line">
                <a:avLst/>
              </a:prstGeom>
              <a:noFill/>
              <a:ln w="12700">
                <a:solidFill>
                  <a:schemeClr val="tx1"/>
                </a:solidFill>
                <a:round/>
                <a:headEnd/>
                <a:tailEnd type="triangle" w="med" len="med"/>
              </a:ln>
            </p:spPr>
            <p:txBody>
              <a:bodyPr anchor="ctr"/>
              <a:lstStyle/>
              <a:p>
                <a:endParaRPr lang="zh-CN" altLang="en-US"/>
              </a:p>
            </p:txBody>
          </p:sp>
        </p:grpSp>
        <p:grpSp>
          <p:nvGrpSpPr>
            <p:cNvPr id="46" name="Group 8"/>
            <p:cNvGrpSpPr>
              <a:grpSpLocks/>
            </p:cNvGrpSpPr>
            <p:nvPr/>
          </p:nvGrpSpPr>
          <p:grpSpPr bwMode="auto">
            <a:xfrm>
              <a:off x="2868591" y="3409968"/>
              <a:ext cx="504825" cy="1203325"/>
              <a:chOff x="748" y="890"/>
              <a:chExt cx="318" cy="758"/>
            </a:xfrm>
          </p:grpSpPr>
          <p:sp>
            <p:nvSpPr>
              <p:cNvPr id="43" name="Oval 9"/>
              <p:cNvSpPr>
                <a:spLocks noChangeArrowheads="1"/>
              </p:cNvSpPr>
              <p:nvPr/>
            </p:nvSpPr>
            <p:spPr bwMode="auto">
              <a:xfrm>
                <a:off x="748" y="1298"/>
                <a:ext cx="318" cy="318"/>
              </a:xfrm>
              <a:prstGeom prst="ellipse">
                <a:avLst/>
              </a:prstGeom>
              <a:solidFill>
                <a:schemeClr val="accent1"/>
              </a:solidFill>
              <a:ln w="9525" algn="ctr">
                <a:noFill/>
                <a:round/>
                <a:headEnd/>
                <a:tailEnd/>
              </a:ln>
            </p:spPr>
            <p:txBody>
              <a:bodyPr wrap="none" anchor="ctr"/>
              <a:lstStyle/>
              <a:p>
                <a:endParaRPr lang="zh-CN" altLang="en-US"/>
              </a:p>
            </p:txBody>
          </p:sp>
          <p:sp>
            <p:nvSpPr>
              <p:cNvPr id="44" name="Text Box 10"/>
              <p:cNvSpPr txBox="1">
                <a:spLocks noChangeArrowheads="1"/>
              </p:cNvSpPr>
              <p:nvPr/>
            </p:nvSpPr>
            <p:spPr bwMode="auto">
              <a:xfrm>
                <a:off x="793" y="1328"/>
                <a:ext cx="181" cy="320"/>
              </a:xfrm>
              <a:prstGeom prst="rect">
                <a:avLst/>
              </a:prstGeom>
              <a:noFill/>
              <a:ln w="9525" algn="ctr">
                <a:noFill/>
                <a:miter lim="800000"/>
                <a:headEnd/>
                <a:tailEnd/>
              </a:ln>
            </p:spPr>
            <p:txBody>
              <a:bodyPr>
                <a:spAutoFit/>
              </a:bodyPr>
              <a:lstStyle/>
              <a:p>
                <a:pPr>
                  <a:spcBef>
                    <a:spcPct val="50000"/>
                  </a:spcBef>
                </a:pPr>
                <a:r>
                  <a:rPr lang="en-US" altLang="zh-CN" sz="2400"/>
                  <a:t>2</a:t>
                </a:r>
              </a:p>
            </p:txBody>
          </p:sp>
          <p:sp>
            <p:nvSpPr>
              <p:cNvPr id="45" name="Line 11"/>
              <p:cNvSpPr>
                <a:spLocks noChangeShapeType="1"/>
              </p:cNvSpPr>
              <p:nvPr/>
            </p:nvSpPr>
            <p:spPr bwMode="auto">
              <a:xfrm flipV="1">
                <a:off x="884" y="890"/>
                <a:ext cx="0" cy="408"/>
              </a:xfrm>
              <a:prstGeom prst="line">
                <a:avLst/>
              </a:prstGeom>
              <a:noFill/>
              <a:ln w="12700">
                <a:solidFill>
                  <a:schemeClr val="tx1"/>
                </a:solidFill>
                <a:round/>
                <a:headEnd/>
                <a:tailEnd type="triangle" w="med" len="med"/>
              </a:ln>
            </p:spPr>
            <p:txBody>
              <a:bodyPr anchor="ctr"/>
              <a:lstStyle/>
              <a:p>
                <a:endParaRPr lang="zh-CN" altLang="en-US"/>
              </a:p>
            </p:txBody>
          </p:sp>
        </p:grpSp>
        <p:grpSp>
          <p:nvGrpSpPr>
            <p:cNvPr id="50" name="Group 12"/>
            <p:cNvGrpSpPr>
              <a:grpSpLocks/>
            </p:cNvGrpSpPr>
            <p:nvPr/>
          </p:nvGrpSpPr>
          <p:grpSpPr bwMode="auto">
            <a:xfrm>
              <a:off x="3732191" y="3409968"/>
              <a:ext cx="504825" cy="1203325"/>
              <a:chOff x="748" y="890"/>
              <a:chExt cx="318" cy="758"/>
            </a:xfrm>
          </p:grpSpPr>
          <p:sp>
            <p:nvSpPr>
              <p:cNvPr id="47" name="Oval 13"/>
              <p:cNvSpPr>
                <a:spLocks noChangeArrowheads="1"/>
              </p:cNvSpPr>
              <p:nvPr/>
            </p:nvSpPr>
            <p:spPr bwMode="auto">
              <a:xfrm>
                <a:off x="748" y="1298"/>
                <a:ext cx="318" cy="318"/>
              </a:xfrm>
              <a:prstGeom prst="ellipse">
                <a:avLst/>
              </a:prstGeom>
              <a:solidFill>
                <a:schemeClr val="accent1"/>
              </a:solidFill>
              <a:ln w="9525" algn="ctr">
                <a:noFill/>
                <a:round/>
                <a:headEnd/>
                <a:tailEnd/>
              </a:ln>
            </p:spPr>
            <p:txBody>
              <a:bodyPr wrap="none" anchor="ctr"/>
              <a:lstStyle/>
              <a:p>
                <a:endParaRPr lang="zh-CN" altLang="en-US"/>
              </a:p>
            </p:txBody>
          </p:sp>
          <p:sp>
            <p:nvSpPr>
              <p:cNvPr id="48" name="Text Box 14"/>
              <p:cNvSpPr txBox="1">
                <a:spLocks noChangeArrowheads="1"/>
              </p:cNvSpPr>
              <p:nvPr/>
            </p:nvSpPr>
            <p:spPr bwMode="auto">
              <a:xfrm>
                <a:off x="793" y="1328"/>
                <a:ext cx="181" cy="320"/>
              </a:xfrm>
              <a:prstGeom prst="rect">
                <a:avLst/>
              </a:prstGeom>
              <a:noFill/>
              <a:ln w="9525" algn="ctr">
                <a:noFill/>
                <a:miter lim="800000"/>
                <a:headEnd/>
                <a:tailEnd/>
              </a:ln>
            </p:spPr>
            <p:txBody>
              <a:bodyPr>
                <a:spAutoFit/>
              </a:bodyPr>
              <a:lstStyle/>
              <a:p>
                <a:pPr>
                  <a:spcBef>
                    <a:spcPct val="50000"/>
                  </a:spcBef>
                </a:pPr>
                <a:r>
                  <a:rPr lang="en-US" altLang="zh-CN" sz="2400"/>
                  <a:t>3</a:t>
                </a:r>
              </a:p>
            </p:txBody>
          </p:sp>
          <p:sp>
            <p:nvSpPr>
              <p:cNvPr id="49" name="Line 15"/>
              <p:cNvSpPr>
                <a:spLocks noChangeShapeType="1"/>
              </p:cNvSpPr>
              <p:nvPr/>
            </p:nvSpPr>
            <p:spPr bwMode="auto">
              <a:xfrm flipV="1">
                <a:off x="884" y="890"/>
                <a:ext cx="0" cy="408"/>
              </a:xfrm>
              <a:prstGeom prst="line">
                <a:avLst/>
              </a:prstGeom>
              <a:noFill/>
              <a:ln w="12700">
                <a:solidFill>
                  <a:schemeClr val="tx1"/>
                </a:solidFill>
                <a:round/>
                <a:headEnd/>
                <a:tailEnd type="triangle" w="med" len="med"/>
              </a:ln>
            </p:spPr>
            <p:txBody>
              <a:bodyPr anchor="ctr"/>
              <a:lstStyle/>
              <a:p>
                <a:endParaRPr lang="zh-CN" altLang="en-US"/>
              </a:p>
            </p:txBody>
          </p:sp>
        </p:grpSp>
        <p:grpSp>
          <p:nvGrpSpPr>
            <p:cNvPr id="56" name="Group 16"/>
            <p:cNvGrpSpPr>
              <a:grpSpLocks/>
            </p:cNvGrpSpPr>
            <p:nvPr/>
          </p:nvGrpSpPr>
          <p:grpSpPr bwMode="auto">
            <a:xfrm>
              <a:off x="4525941" y="3408380"/>
              <a:ext cx="504825" cy="1203325"/>
              <a:chOff x="748" y="890"/>
              <a:chExt cx="318" cy="758"/>
            </a:xfrm>
          </p:grpSpPr>
          <p:sp>
            <p:nvSpPr>
              <p:cNvPr id="51" name="Oval 17"/>
              <p:cNvSpPr>
                <a:spLocks noChangeArrowheads="1"/>
              </p:cNvSpPr>
              <p:nvPr/>
            </p:nvSpPr>
            <p:spPr bwMode="auto">
              <a:xfrm>
                <a:off x="748" y="1298"/>
                <a:ext cx="318" cy="318"/>
              </a:xfrm>
              <a:prstGeom prst="ellipse">
                <a:avLst/>
              </a:prstGeom>
              <a:solidFill>
                <a:schemeClr val="accent1"/>
              </a:solidFill>
              <a:ln w="9525" algn="ctr">
                <a:noFill/>
                <a:round/>
                <a:headEnd/>
                <a:tailEnd/>
              </a:ln>
            </p:spPr>
            <p:txBody>
              <a:bodyPr wrap="none" anchor="ctr"/>
              <a:lstStyle/>
              <a:p>
                <a:endParaRPr lang="zh-CN" altLang="en-US"/>
              </a:p>
            </p:txBody>
          </p:sp>
          <p:sp>
            <p:nvSpPr>
              <p:cNvPr id="52" name="Text Box 18"/>
              <p:cNvSpPr txBox="1">
                <a:spLocks noChangeArrowheads="1"/>
              </p:cNvSpPr>
              <p:nvPr/>
            </p:nvSpPr>
            <p:spPr bwMode="auto">
              <a:xfrm>
                <a:off x="793" y="1328"/>
                <a:ext cx="181" cy="320"/>
              </a:xfrm>
              <a:prstGeom prst="rect">
                <a:avLst/>
              </a:prstGeom>
              <a:noFill/>
              <a:ln w="9525" algn="ctr">
                <a:noFill/>
                <a:miter lim="800000"/>
                <a:headEnd/>
                <a:tailEnd/>
              </a:ln>
            </p:spPr>
            <p:txBody>
              <a:bodyPr>
                <a:spAutoFit/>
              </a:bodyPr>
              <a:lstStyle/>
              <a:p>
                <a:pPr>
                  <a:spcBef>
                    <a:spcPct val="50000"/>
                  </a:spcBef>
                </a:pPr>
                <a:r>
                  <a:rPr lang="en-US" altLang="zh-CN" sz="2400"/>
                  <a:t>4</a:t>
                </a:r>
              </a:p>
            </p:txBody>
          </p:sp>
          <p:sp>
            <p:nvSpPr>
              <p:cNvPr id="53" name="Line 19"/>
              <p:cNvSpPr>
                <a:spLocks noChangeShapeType="1"/>
              </p:cNvSpPr>
              <p:nvPr/>
            </p:nvSpPr>
            <p:spPr bwMode="auto">
              <a:xfrm flipV="1">
                <a:off x="884" y="890"/>
                <a:ext cx="0" cy="408"/>
              </a:xfrm>
              <a:prstGeom prst="line">
                <a:avLst/>
              </a:prstGeom>
              <a:noFill/>
              <a:ln w="12700">
                <a:solidFill>
                  <a:schemeClr val="tx1"/>
                </a:solidFill>
                <a:round/>
                <a:headEnd/>
                <a:tailEnd type="triangle" w="med" len="med"/>
              </a:ln>
            </p:spPr>
            <p:txBody>
              <a:bodyPr anchor="ctr"/>
              <a:lstStyle/>
              <a:p>
                <a:endParaRPr lang="zh-CN" altLang="en-US"/>
              </a:p>
            </p:txBody>
          </p:sp>
        </p:grpSp>
        <p:sp>
          <p:nvSpPr>
            <p:cNvPr id="54" name="Oval 21"/>
            <p:cNvSpPr>
              <a:spLocks noChangeArrowheads="1"/>
            </p:cNvSpPr>
            <p:nvPr/>
          </p:nvSpPr>
          <p:spPr bwMode="auto">
            <a:xfrm>
              <a:off x="5316516" y="4703780"/>
              <a:ext cx="504825" cy="504825"/>
            </a:xfrm>
            <a:prstGeom prst="ellipse">
              <a:avLst/>
            </a:prstGeom>
            <a:solidFill>
              <a:schemeClr val="accent1"/>
            </a:solidFill>
            <a:ln w="9525" algn="ctr">
              <a:noFill/>
              <a:round/>
              <a:headEnd/>
              <a:tailEnd/>
            </a:ln>
          </p:spPr>
          <p:txBody>
            <a:bodyPr wrap="none" anchor="ctr"/>
            <a:lstStyle/>
            <a:p>
              <a:endParaRPr lang="zh-CN" altLang="en-US"/>
            </a:p>
          </p:txBody>
        </p:sp>
        <p:sp>
          <p:nvSpPr>
            <p:cNvPr id="55" name="Text Box 22"/>
            <p:cNvSpPr txBox="1">
              <a:spLocks noChangeArrowheads="1"/>
            </p:cNvSpPr>
            <p:nvPr/>
          </p:nvSpPr>
          <p:spPr bwMode="auto">
            <a:xfrm>
              <a:off x="5387953" y="4751405"/>
              <a:ext cx="287338" cy="507782"/>
            </a:xfrm>
            <a:prstGeom prst="rect">
              <a:avLst/>
            </a:prstGeom>
            <a:noFill/>
            <a:ln w="9525" algn="ctr">
              <a:noFill/>
              <a:miter lim="800000"/>
              <a:headEnd/>
              <a:tailEnd/>
            </a:ln>
          </p:spPr>
          <p:txBody>
            <a:bodyPr>
              <a:spAutoFit/>
            </a:bodyPr>
            <a:lstStyle/>
            <a:p>
              <a:pPr>
                <a:spcBef>
                  <a:spcPct val="50000"/>
                </a:spcBef>
              </a:pPr>
              <a:r>
                <a:rPr lang="en-US" altLang="zh-CN" sz="2400"/>
                <a:t>5</a:t>
              </a:r>
            </a:p>
          </p:txBody>
        </p:sp>
        <p:grpSp>
          <p:nvGrpSpPr>
            <p:cNvPr id="60" name="Group 24"/>
            <p:cNvGrpSpPr>
              <a:grpSpLocks/>
            </p:cNvGrpSpPr>
            <p:nvPr/>
          </p:nvGrpSpPr>
          <p:grpSpPr bwMode="auto">
            <a:xfrm>
              <a:off x="6180116" y="3409968"/>
              <a:ext cx="504825" cy="1203325"/>
              <a:chOff x="748" y="890"/>
              <a:chExt cx="318" cy="758"/>
            </a:xfrm>
          </p:grpSpPr>
          <p:sp>
            <p:nvSpPr>
              <p:cNvPr id="57" name="Oval 25"/>
              <p:cNvSpPr>
                <a:spLocks noChangeArrowheads="1"/>
              </p:cNvSpPr>
              <p:nvPr/>
            </p:nvSpPr>
            <p:spPr bwMode="auto">
              <a:xfrm>
                <a:off x="748" y="1298"/>
                <a:ext cx="318" cy="318"/>
              </a:xfrm>
              <a:prstGeom prst="ellipse">
                <a:avLst/>
              </a:prstGeom>
              <a:solidFill>
                <a:schemeClr val="accent1"/>
              </a:solidFill>
              <a:ln w="9525" algn="ctr">
                <a:noFill/>
                <a:round/>
                <a:headEnd/>
                <a:tailEnd/>
              </a:ln>
            </p:spPr>
            <p:txBody>
              <a:bodyPr wrap="none" anchor="ctr"/>
              <a:lstStyle/>
              <a:p>
                <a:endParaRPr lang="zh-CN" altLang="en-US"/>
              </a:p>
            </p:txBody>
          </p:sp>
          <p:sp>
            <p:nvSpPr>
              <p:cNvPr id="58" name="Text Box 26"/>
              <p:cNvSpPr txBox="1">
                <a:spLocks noChangeArrowheads="1"/>
              </p:cNvSpPr>
              <p:nvPr/>
            </p:nvSpPr>
            <p:spPr bwMode="auto">
              <a:xfrm>
                <a:off x="793" y="1328"/>
                <a:ext cx="181" cy="320"/>
              </a:xfrm>
              <a:prstGeom prst="rect">
                <a:avLst/>
              </a:prstGeom>
              <a:noFill/>
              <a:ln w="9525" algn="ctr">
                <a:noFill/>
                <a:miter lim="800000"/>
                <a:headEnd/>
                <a:tailEnd/>
              </a:ln>
            </p:spPr>
            <p:txBody>
              <a:bodyPr>
                <a:spAutoFit/>
              </a:bodyPr>
              <a:lstStyle/>
              <a:p>
                <a:pPr>
                  <a:spcBef>
                    <a:spcPct val="50000"/>
                  </a:spcBef>
                </a:pPr>
                <a:r>
                  <a:rPr lang="en-US" altLang="zh-CN" sz="2400"/>
                  <a:t>6</a:t>
                </a:r>
              </a:p>
            </p:txBody>
          </p:sp>
          <p:sp>
            <p:nvSpPr>
              <p:cNvPr id="59" name="Line 27"/>
              <p:cNvSpPr>
                <a:spLocks noChangeShapeType="1"/>
              </p:cNvSpPr>
              <p:nvPr/>
            </p:nvSpPr>
            <p:spPr bwMode="auto">
              <a:xfrm flipV="1">
                <a:off x="884" y="890"/>
                <a:ext cx="0" cy="408"/>
              </a:xfrm>
              <a:prstGeom prst="line">
                <a:avLst/>
              </a:prstGeom>
              <a:noFill/>
              <a:ln w="12700">
                <a:solidFill>
                  <a:schemeClr val="tx1"/>
                </a:solidFill>
                <a:round/>
                <a:headEnd/>
                <a:tailEnd type="triangle" w="med" len="med"/>
              </a:ln>
            </p:spPr>
            <p:txBody>
              <a:bodyPr anchor="ctr"/>
              <a:lstStyle/>
              <a:p>
                <a:endParaRPr lang="zh-CN" altLang="en-US"/>
              </a:p>
            </p:txBody>
          </p:sp>
        </p:grpSp>
        <p:grpSp>
          <p:nvGrpSpPr>
            <p:cNvPr id="64" name="Group 28"/>
            <p:cNvGrpSpPr>
              <a:grpSpLocks/>
            </p:cNvGrpSpPr>
            <p:nvPr/>
          </p:nvGrpSpPr>
          <p:grpSpPr bwMode="auto">
            <a:xfrm>
              <a:off x="6972278" y="3409968"/>
              <a:ext cx="504825" cy="1203325"/>
              <a:chOff x="748" y="890"/>
              <a:chExt cx="318" cy="758"/>
            </a:xfrm>
          </p:grpSpPr>
          <p:sp>
            <p:nvSpPr>
              <p:cNvPr id="61" name="Oval 29"/>
              <p:cNvSpPr>
                <a:spLocks noChangeArrowheads="1"/>
              </p:cNvSpPr>
              <p:nvPr/>
            </p:nvSpPr>
            <p:spPr bwMode="auto">
              <a:xfrm>
                <a:off x="748" y="1298"/>
                <a:ext cx="318" cy="318"/>
              </a:xfrm>
              <a:prstGeom prst="ellipse">
                <a:avLst/>
              </a:prstGeom>
              <a:solidFill>
                <a:schemeClr val="accent1"/>
              </a:solidFill>
              <a:ln w="9525" algn="ctr">
                <a:noFill/>
                <a:round/>
                <a:headEnd/>
                <a:tailEnd/>
              </a:ln>
            </p:spPr>
            <p:txBody>
              <a:bodyPr wrap="none" anchor="ctr"/>
              <a:lstStyle/>
              <a:p>
                <a:endParaRPr lang="zh-CN" altLang="en-US"/>
              </a:p>
            </p:txBody>
          </p:sp>
          <p:sp>
            <p:nvSpPr>
              <p:cNvPr id="62" name="Text Box 30"/>
              <p:cNvSpPr txBox="1">
                <a:spLocks noChangeArrowheads="1"/>
              </p:cNvSpPr>
              <p:nvPr/>
            </p:nvSpPr>
            <p:spPr bwMode="auto">
              <a:xfrm>
                <a:off x="793" y="1328"/>
                <a:ext cx="181" cy="320"/>
              </a:xfrm>
              <a:prstGeom prst="rect">
                <a:avLst/>
              </a:prstGeom>
              <a:noFill/>
              <a:ln w="9525" algn="ctr">
                <a:noFill/>
                <a:miter lim="800000"/>
                <a:headEnd/>
                <a:tailEnd/>
              </a:ln>
            </p:spPr>
            <p:txBody>
              <a:bodyPr>
                <a:spAutoFit/>
              </a:bodyPr>
              <a:lstStyle/>
              <a:p>
                <a:pPr>
                  <a:spcBef>
                    <a:spcPct val="50000"/>
                  </a:spcBef>
                </a:pPr>
                <a:r>
                  <a:rPr lang="en-US" altLang="zh-CN" sz="2400"/>
                  <a:t>7</a:t>
                </a:r>
              </a:p>
            </p:txBody>
          </p:sp>
          <p:sp>
            <p:nvSpPr>
              <p:cNvPr id="63" name="Line 31"/>
              <p:cNvSpPr>
                <a:spLocks noChangeShapeType="1"/>
              </p:cNvSpPr>
              <p:nvPr/>
            </p:nvSpPr>
            <p:spPr bwMode="auto">
              <a:xfrm flipV="1">
                <a:off x="884" y="890"/>
                <a:ext cx="0" cy="408"/>
              </a:xfrm>
              <a:prstGeom prst="line">
                <a:avLst/>
              </a:prstGeom>
              <a:noFill/>
              <a:ln w="12700">
                <a:solidFill>
                  <a:schemeClr val="tx1"/>
                </a:solidFill>
                <a:round/>
                <a:headEnd/>
                <a:tailEnd type="triangle" w="med" len="med"/>
              </a:ln>
            </p:spPr>
            <p:txBody>
              <a:bodyPr anchor="ctr"/>
              <a:lstStyle/>
              <a:p>
                <a:endParaRPr lang="zh-CN" altLang="en-US"/>
              </a:p>
            </p:txBody>
          </p:sp>
        </p:grpSp>
        <p:grpSp>
          <p:nvGrpSpPr>
            <p:cNvPr id="70" name="Group 32"/>
            <p:cNvGrpSpPr>
              <a:grpSpLocks/>
            </p:cNvGrpSpPr>
            <p:nvPr/>
          </p:nvGrpSpPr>
          <p:grpSpPr bwMode="auto">
            <a:xfrm>
              <a:off x="1211241" y="3409968"/>
              <a:ext cx="504825" cy="1203325"/>
              <a:chOff x="748" y="890"/>
              <a:chExt cx="318" cy="758"/>
            </a:xfrm>
          </p:grpSpPr>
          <p:sp>
            <p:nvSpPr>
              <p:cNvPr id="65" name="Oval 33"/>
              <p:cNvSpPr>
                <a:spLocks noChangeArrowheads="1"/>
              </p:cNvSpPr>
              <p:nvPr/>
            </p:nvSpPr>
            <p:spPr bwMode="auto">
              <a:xfrm>
                <a:off x="748" y="1298"/>
                <a:ext cx="318" cy="318"/>
              </a:xfrm>
              <a:prstGeom prst="ellipse">
                <a:avLst/>
              </a:prstGeom>
              <a:solidFill>
                <a:schemeClr val="accent1"/>
              </a:solidFill>
              <a:ln w="9525" algn="ctr">
                <a:noFill/>
                <a:round/>
                <a:headEnd/>
                <a:tailEnd/>
              </a:ln>
            </p:spPr>
            <p:txBody>
              <a:bodyPr wrap="none" anchor="ctr"/>
              <a:lstStyle/>
              <a:p>
                <a:endParaRPr lang="zh-CN" altLang="en-US"/>
              </a:p>
            </p:txBody>
          </p:sp>
          <p:sp>
            <p:nvSpPr>
              <p:cNvPr id="66" name="Text Box 34"/>
              <p:cNvSpPr txBox="1">
                <a:spLocks noChangeArrowheads="1"/>
              </p:cNvSpPr>
              <p:nvPr/>
            </p:nvSpPr>
            <p:spPr bwMode="auto">
              <a:xfrm>
                <a:off x="793" y="1328"/>
                <a:ext cx="181" cy="320"/>
              </a:xfrm>
              <a:prstGeom prst="rect">
                <a:avLst/>
              </a:prstGeom>
              <a:noFill/>
              <a:ln w="9525" algn="ctr">
                <a:noFill/>
                <a:miter lim="800000"/>
                <a:headEnd/>
                <a:tailEnd/>
              </a:ln>
            </p:spPr>
            <p:txBody>
              <a:bodyPr>
                <a:spAutoFit/>
              </a:bodyPr>
              <a:lstStyle/>
              <a:p>
                <a:pPr>
                  <a:spcBef>
                    <a:spcPct val="50000"/>
                  </a:spcBef>
                </a:pPr>
                <a:r>
                  <a:rPr lang="en-US" altLang="zh-CN" sz="2400"/>
                  <a:t>0</a:t>
                </a:r>
              </a:p>
            </p:txBody>
          </p:sp>
          <p:sp>
            <p:nvSpPr>
              <p:cNvPr id="67" name="Line 35"/>
              <p:cNvSpPr>
                <a:spLocks noChangeShapeType="1"/>
              </p:cNvSpPr>
              <p:nvPr/>
            </p:nvSpPr>
            <p:spPr bwMode="auto">
              <a:xfrm flipV="1">
                <a:off x="884" y="890"/>
                <a:ext cx="0" cy="408"/>
              </a:xfrm>
              <a:prstGeom prst="line">
                <a:avLst/>
              </a:prstGeom>
              <a:noFill/>
              <a:ln w="12700">
                <a:solidFill>
                  <a:schemeClr val="tx1"/>
                </a:solidFill>
                <a:round/>
                <a:headEnd/>
                <a:tailEnd type="triangle" w="med" len="med"/>
              </a:ln>
            </p:spPr>
            <p:txBody>
              <a:bodyPr anchor="ctr"/>
              <a:lstStyle/>
              <a:p>
                <a:endParaRPr lang="zh-CN" altLang="en-US"/>
              </a:p>
            </p:txBody>
          </p:sp>
        </p:grpSp>
        <p:sp>
          <p:nvSpPr>
            <p:cNvPr id="69" name="Line 67"/>
            <p:cNvSpPr>
              <a:spLocks noChangeShapeType="1"/>
            </p:cNvSpPr>
            <p:nvPr/>
          </p:nvSpPr>
          <p:spPr bwMode="auto">
            <a:xfrm flipH="1" flipV="1">
              <a:off x="4957741" y="4487880"/>
              <a:ext cx="431800" cy="287338"/>
            </a:xfrm>
            <a:prstGeom prst="line">
              <a:avLst/>
            </a:prstGeom>
            <a:noFill/>
            <a:ln w="9525">
              <a:solidFill>
                <a:schemeClr val="tx1"/>
              </a:solidFill>
              <a:round/>
              <a:headEnd/>
              <a:tailEnd type="triangle" w="med" len="med"/>
            </a:ln>
          </p:spPr>
          <p:txBody>
            <a:bodyPr anchor="ctr"/>
            <a:lstStyle/>
            <a:p>
              <a:endParaRPr lang="zh-CN" altLang="en-US"/>
            </a:p>
          </p:txBody>
        </p:sp>
      </p:grpSp>
    </p:spTree>
    <p:extLst>
      <p:ext uri="{BB962C8B-B14F-4D97-AF65-F5344CB8AC3E}">
        <p14:creationId xmlns:p14="http://schemas.microsoft.com/office/powerpoint/2010/main" val="27913843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Disjoint-set Operations: Union</a:t>
            </a:r>
            <a:endParaRPr lang="zh-CN" altLang="en-US" dirty="0"/>
          </a:p>
        </p:txBody>
      </p:sp>
      <p:sp>
        <p:nvSpPr>
          <p:cNvPr id="3" name="内容占位符 2"/>
          <p:cNvSpPr>
            <a:spLocks noGrp="1"/>
          </p:cNvSpPr>
          <p:nvPr>
            <p:ph idx="1"/>
          </p:nvPr>
        </p:nvSpPr>
        <p:spPr>
          <a:xfrm>
            <a:off x="476251" y="908721"/>
            <a:ext cx="11239500" cy="5088589"/>
          </a:xfrm>
        </p:spPr>
        <p:txBody>
          <a:bodyPr/>
          <a:lstStyle/>
          <a:p>
            <a:r>
              <a:rPr lang="en-US" altLang="zh-CN" dirty="0" smtClean="0"/>
              <a:t>After Union(6,7)</a:t>
            </a:r>
          </a:p>
          <a:p>
            <a:endParaRPr lang="en-US" altLang="zh-CN" dirty="0" smtClean="0"/>
          </a:p>
          <a:p>
            <a:endParaRPr lang="en-US" altLang="zh-CN" dirty="0" smtClean="0"/>
          </a:p>
          <a:p>
            <a:endParaRPr lang="en-US" altLang="zh-CN" dirty="0" smtClean="0"/>
          </a:p>
          <a:p>
            <a:pPr>
              <a:lnSpc>
                <a:spcPct val="150000"/>
              </a:lnSpc>
            </a:pPr>
            <a:endParaRPr lang="en-US" altLang="zh-CN" sz="3200" dirty="0"/>
          </a:p>
          <a:p>
            <a:r>
              <a:rPr lang="en-US" altLang="zh-CN" dirty="0" smtClean="0"/>
              <a:t>After Union(4,6)</a:t>
            </a:r>
          </a:p>
          <a:p>
            <a:endParaRPr lang="en-US" altLang="zh-CN" dirty="0" smtClean="0"/>
          </a:p>
        </p:txBody>
      </p:sp>
      <p:graphicFrame>
        <p:nvGraphicFramePr>
          <p:cNvPr id="26" name="Group 34"/>
          <p:cNvGraphicFramePr>
            <a:graphicFrameLocks noGrp="1"/>
          </p:cNvGraphicFramePr>
          <p:nvPr>
            <p:extLst/>
          </p:nvPr>
        </p:nvGraphicFramePr>
        <p:xfrm>
          <a:off x="2595538" y="2780929"/>
          <a:ext cx="5384822" cy="886079"/>
        </p:xfrm>
        <a:graphic>
          <a:graphicData uri="http://schemas.openxmlformats.org/drawingml/2006/table">
            <a:tbl>
              <a:tblPr/>
              <a:tblGrid>
                <a:gridCol w="672920">
                  <a:extLst>
                    <a:ext uri="{9D8B030D-6E8A-4147-A177-3AD203B41FA5}">
                      <a16:colId xmlns:a16="http://schemas.microsoft.com/office/drawing/2014/main" val="20000"/>
                    </a:ext>
                  </a:extLst>
                </a:gridCol>
                <a:gridCol w="672920">
                  <a:extLst>
                    <a:ext uri="{9D8B030D-6E8A-4147-A177-3AD203B41FA5}">
                      <a16:colId xmlns:a16="http://schemas.microsoft.com/office/drawing/2014/main" val="20001"/>
                    </a:ext>
                  </a:extLst>
                </a:gridCol>
                <a:gridCol w="672920">
                  <a:extLst>
                    <a:ext uri="{9D8B030D-6E8A-4147-A177-3AD203B41FA5}">
                      <a16:colId xmlns:a16="http://schemas.microsoft.com/office/drawing/2014/main" val="20002"/>
                    </a:ext>
                  </a:extLst>
                </a:gridCol>
                <a:gridCol w="674382">
                  <a:extLst>
                    <a:ext uri="{9D8B030D-6E8A-4147-A177-3AD203B41FA5}">
                      <a16:colId xmlns:a16="http://schemas.microsoft.com/office/drawing/2014/main" val="20003"/>
                    </a:ext>
                  </a:extLst>
                </a:gridCol>
                <a:gridCol w="672920">
                  <a:extLst>
                    <a:ext uri="{9D8B030D-6E8A-4147-A177-3AD203B41FA5}">
                      <a16:colId xmlns:a16="http://schemas.microsoft.com/office/drawing/2014/main" val="20004"/>
                    </a:ext>
                  </a:extLst>
                </a:gridCol>
                <a:gridCol w="672920">
                  <a:extLst>
                    <a:ext uri="{9D8B030D-6E8A-4147-A177-3AD203B41FA5}">
                      <a16:colId xmlns:a16="http://schemas.microsoft.com/office/drawing/2014/main" val="20005"/>
                    </a:ext>
                  </a:extLst>
                </a:gridCol>
                <a:gridCol w="672920">
                  <a:extLst>
                    <a:ext uri="{9D8B030D-6E8A-4147-A177-3AD203B41FA5}">
                      <a16:colId xmlns:a16="http://schemas.microsoft.com/office/drawing/2014/main" val="20006"/>
                    </a:ext>
                  </a:extLst>
                </a:gridCol>
                <a:gridCol w="672920">
                  <a:extLst>
                    <a:ext uri="{9D8B030D-6E8A-4147-A177-3AD203B41FA5}">
                      <a16:colId xmlns:a16="http://schemas.microsoft.com/office/drawing/2014/main" val="20007"/>
                    </a:ext>
                  </a:extLst>
                </a:gridCol>
              </a:tblGrid>
              <a:tr h="489839">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400" b="1" i="0" u="none" strike="noStrike" cap="none" normalizeH="0" baseline="0" dirty="0" smtClean="0">
                          <a:ln>
                            <a:noFill/>
                          </a:ln>
                          <a:solidFill>
                            <a:srgbClr val="000000"/>
                          </a:solidFill>
                          <a:effectLst/>
                          <a:latin typeface="宋体" pitchFamily="2" charset="-122"/>
                          <a:ea typeface="宋体" pitchFamily="2" charset="-122"/>
                        </a:rPr>
                        <a:t>-1</a:t>
                      </a:r>
                      <a:endParaRPr kumimoji="1" lang="en-US" altLang="zh-CN" sz="2400" b="1" i="0" u="none" strike="noStrike" cap="none" normalizeH="0" baseline="0" dirty="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400" b="1" i="0" u="none" strike="noStrike" cap="none" normalizeH="0" baseline="0" dirty="0" smtClean="0">
                          <a:ln>
                            <a:noFill/>
                          </a:ln>
                          <a:solidFill>
                            <a:srgbClr val="000000"/>
                          </a:solidFill>
                          <a:effectLst/>
                          <a:latin typeface="宋体" pitchFamily="2" charset="-122"/>
                          <a:ea typeface="宋体" pitchFamily="2" charset="-122"/>
                        </a:rPr>
                        <a:t>-1</a:t>
                      </a:r>
                      <a:endParaRPr kumimoji="1" lang="en-US" altLang="zh-CN" sz="2400" b="1" i="0" u="none" strike="noStrike" cap="none" normalizeH="0" baseline="0" dirty="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400" b="1" i="0" u="none" strike="noStrike" cap="none" normalizeH="0" baseline="0" dirty="0" smtClean="0">
                          <a:ln>
                            <a:noFill/>
                          </a:ln>
                          <a:solidFill>
                            <a:srgbClr val="000000"/>
                          </a:solidFill>
                          <a:effectLst/>
                          <a:latin typeface="宋体" pitchFamily="2" charset="-122"/>
                          <a:ea typeface="宋体" pitchFamily="2" charset="-122"/>
                        </a:rPr>
                        <a:t>-1</a:t>
                      </a:r>
                      <a:endParaRPr kumimoji="1" lang="en-US" altLang="zh-CN" sz="2400" b="1" i="0" u="none" strike="noStrike" cap="none" normalizeH="0" baseline="0" dirty="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400" b="1" i="0" u="none" strike="noStrike" cap="none" normalizeH="0" baseline="0" dirty="0" smtClean="0">
                          <a:ln>
                            <a:noFill/>
                          </a:ln>
                          <a:solidFill>
                            <a:srgbClr val="000000"/>
                          </a:solidFill>
                          <a:effectLst/>
                          <a:latin typeface="宋体" pitchFamily="2" charset="-122"/>
                          <a:ea typeface="宋体" pitchFamily="2" charset="-122"/>
                        </a:rPr>
                        <a:t>-1</a:t>
                      </a:r>
                      <a:endParaRPr kumimoji="1" lang="en-US" altLang="zh-CN" sz="2400" b="1" i="0" u="none" strike="noStrike" cap="none" normalizeH="0" baseline="0" dirty="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400" b="1" i="0" u="none" strike="noStrike" cap="none" normalizeH="0" baseline="0" dirty="0" smtClean="0">
                          <a:ln>
                            <a:noFill/>
                          </a:ln>
                          <a:solidFill>
                            <a:srgbClr val="000000"/>
                          </a:solidFill>
                          <a:effectLst/>
                          <a:latin typeface="宋体" pitchFamily="2" charset="-122"/>
                          <a:ea typeface="宋体" pitchFamily="2" charset="-122"/>
                        </a:rPr>
                        <a:t>-1</a:t>
                      </a:r>
                      <a:endParaRPr kumimoji="1" lang="en-US" altLang="zh-CN" sz="2400" b="1" i="0" u="none" strike="noStrike" cap="none" normalizeH="0" baseline="0" dirty="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400" b="1" i="0" u="none" strike="noStrike" cap="none" normalizeH="0" baseline="0" smtClean="0">
                          <a:ln>
                            <a:noFill/>
                          </a:ln>
                          <a:solidFill>
                            <a:srgbClr val="000000"/>
                          </a:solidFill>
                          <a:effectLst/>
                          <a:latin typeface="宋体" pitchFamily="2" charset="-122"/>
                          <a:ea typeface="宋体" pitchFamily="2" charset="-122"/>
                        </a:rPr>
                        <a:t>4</a:t>
                      </a:r>
                      <a:endParaRPr kumimoji="1" lang="en-US" altLang="zh-CN" sz="2400" b="1"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400" b="1" i="0" u="none" strike="noStrike" cap="none" normalizeH="0" baseline="0" dirty="0" smtClean="0">
                          <a:ln>
                            <a:noFill/>
                          </a:ln>
                          <a:solidFill>
                            <a:srgbClr val="000000"/>
                          </a:solidFill>
                          <a:effectLst/>
                          <a:latin typeface="宋体" pitchFamily="2" charset="-122"/>
                          <a:ea typeface="宋体" pitchFamily="2" charset="-122"/>
                        </a:rPr>
                        <a:t>-1</a:t>
                      </a:r>
                      <a:endParaRPr kumimoji="1" lang="en-US" altLang="zh-CN" sz="2400" b="1" i="0" u="none" strike="noStrike" cap="none" normalizeH="0" baseline="0" dirty="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400" b="1" i="0" u="none" strike="noStrike" cap="none" normalizeH="0" baseline="0" smtClean="0">
                          <a:ln>
                            <a:noFill/>
                          </a:ln>
                          <a:solidFill>
                            <a:srgbClr val="000000"/>
                          </a:solidFill>
                          <a:effectLst/>
                          <a:latin typeface="宋体" pitchFamily="2" charset="-122"/>
                          <a:ea typeface="宋体" pitchFamily="2" charset="-122"/>
                        </a:rPr>
                        <a:t>6</a:t>
                      </a:r>
                      <a:endParaRPr kumimoji="1" lang="en-US" altLang="zh-CN" sz="2400" b="1"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0"/>
                  </a:ext>
                </a:extLst>
              </a:tr>
              <a:tr h="361855">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宋体" pitchFamily="2" charset="-122"/>
                          <a:ea typeface="宋体" pitchFamily="2" charset="-122"/>
                        </a:rPr>
                        <a:t>0</a:t>
                      </a:r>
                      <a:endParaRPr kumimoji="1"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cap="flat">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宋体" pitchFamily="2" charset="-122"/>
                          <a:ea typeface="宋体" pitchFamily="2" charset="-122"/>
                        </a:rPr>
                        <a:t>1</a:t>
                      </a:r>
                      <a:endParaRPr kumimoji="1"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宋体" pitchFamily="2" charset="-122"/>
                          <a:ea typeface="宋体" pitchFamily="2" charset="-122"/>
                        </a:rPr>
                        <a:t>2</a:t>
                      </a:r>
                      <a:endParaRPr kumimoji="1"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dirty="0" smtClean="0">
                          <a:ln>
                            <a:noFill/>
                          </a:ln>
                          <a:solidFill>
                            <a:schemeClr val="tx1"/>
                          </a:solidFill>
                          <a:effectLst/>
                          <a:latin typeface="宋体" pitchFamily="2" charset="-122"/>
                          <a:ea typeface="宋体" pitchFamily="2" charset="-122"/>
                        </a:rPr>
                        <a:t>3</a:t>
                      </a:r>
                      <a:endParaRPr kumimoji="1" lang="en-US" altLang="zh-CN" sz="2400" b="0" i="0" u="none" strike="noStrike" cap="none" normalizeH="0" baseline="0" dirty="0" smtClean="0">
                        <a:ln>
                          <a:noFill/>
                        </a:ln>
                        <a:solidFill>
                          <a:schemeClr val="tx1"/>
                        </a:solidFill>
                        <a:effectLst/>
                        <a:latin typeface="Times New Roman" pitchFamily="18" charset="0"/>
                        <a:ea typeface="宋体" pitchFamily="2"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宋体" pitchFamily="2" charset="-122"/>
                          <a:ea typeface="宋体" pitchFamily="2" charset="-122"/>
                        </a:rPr>
                        <a:t>4</a:t>
                      </a:r>
                      <a:endParaRPr kumimoji="1"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宋体" pitchFamily="2" charset="-122"/>
                          <a:ea typeface="宋体" pitchFamily="2" charset="-122"/>
                        </a:rPr>
                        <a:t>5</a:t>
                      </a:r>
                      <a:endParaRPr kumimoji="1"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宋体" pitchFamily="2" charset="-122"/>
                          <a:ea typeface="宋体" pitchFamily="2" charset="-122"/>
                        </a:rPr>
                        <a:t>6</a:t>
                      </a:r>
                      <a:endParaRPr kumimoji="1"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dirty="0" smtClean="0">
                          <a:ln>
                            <a:noFill/>
                          </a:ln>
                          <a:solidFill>
                            <a:schemeClr val="tx1"/>
                          </a:solidFill>
                          <a:effectLst/>
                          <a:latin typeface="宋体" pitchFamily="2" charset="-122"/>
                          <a:ea typeface="宋体" pitchFamily="2" charset="-122"/>
                        </a:rPr>
                        <a:t>7</a:t>
                      </a:r>
                      <a:endParaRPr kumimoji="1" lang="en-US" altLang="zh-CN" sz="2400" b="0" i="0" u="none" strike="noStrike" cap="none" normalizeH="0" baseline="0" dirty="0" smtClean="0">
                        <a:ln>
                          <a:noFill/>
                        </a:ln>
                        <a:solidFill>
                          <a:schemeClr val="tx1"/>
                        </a:solidFill>
                        <a:effectLst/>
                        <a:latin typeface="Times New Roman" pitchFamily="18" charset="0"/>
                        <a:ea typeface="宋体" pitchFamily="2" charset="-122"/>
                      </a:endParaRPr>
                    </a:p>
                  </a:txBody>
                  <a:tcPr anchor="ctr" horzOverflow="overflow">
                    <a:lnL>
                      <a:noFill/>
                    </a:lnL>
                    <a:lnR cap="flat">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1"/>
                  </a:ext>
                </a:extLst>
              </a:tr>
            </a:tbl>
          </a:graphicData>
        </a:graphic>
      </p:graphicFrame>
      <p:grpSp>
        <p:nvGrpSpPr>
          <p:cNvPr id="4" name="组合 34"/>
          <p:cNvGrpSpPr/>
          <p:nvPr/>
        </p:nvGrpSpPr>
        <p:grpSpPr>
          <a:xfrm>
            <a:off x="2666976" y="1346887"/>
            <a:ext cx="5922232" cy="1483739"/>
            <a:chOff x="969963" y="2133600"/>
            <a:chExt cx="5978525" cy="1949662"/>
          </a:xfrm>
        </p:grpSpPr>
        <p:grpSp>
          <p:nvGrpSpPr>
            <p:cNvPr id="8" name="Group 4"/>
            <p:cNvGrpSpPr>
              <a:grpSpLocks/>
            </p:cNvGrpSpPr>
            <p:nvPr/>
          </p:nvGrpSpPr>
          <p:grpSpPr bwMode="auto">
            <a:xfrm>
              <a:off x="1835150" y="2135188"/>
              <a:ext cx="504825" cy="1301750"/>
              <a:chOff x="748" y="890"/>
              <a:chExt cx="318" cy="820"/>
            </a:xfrm>
          </p:grpSpPr>
          <p:sp>
            <p:nvSpPr>
              <p:cNvPr id="5" name="Oval 5"/>
              <p:cNvSpPr>
                <a:spLocks noChangeArrowheads="1"/>
              </p:cNvSpPr>
              <p:nvPr/>
            </p:nvSpPr>
            <p:spPr bwMode="auto">
              <a:xfrm>
                <a:off x="748" y="1298"/>
                <a:ext cx="318" cy="318"/>
              </a:xfrm>
              <a:prstGeom prst="ellipse">
                <a:avLst/>
              </a:prstGeom>
              <a:solidFill>
                <a:schemeClr val="accent1"/>
              </a:solidFill>
              <a:ln w="9525" algn="ctr">
                <a:noFill/>
                <a:round/>
                <a:headEnd/>
                <a:tailEnd/>
              </a:ln>
            </p:spPr>
            <p:txBody>
              <a:bodyPr wrap="none" anchor="ctr"/>
              <a:lstStyle/>
              <a:p>
                <a:endParaRPr lang="zh-CN" altLang="en-US"/>
              </a:p>
            </p:txBody>
          </p:sp>
          <p:sp>
            <p:nvSpPr>
              <p:cNvPr id="6" name="Text Box 6"/>
              <p:cNvSpPr txBox="1">
                <a:spLocks noChangeArrowheads="1"/>
              </p:cNvSpPr>
              <p:nvPr/>
            </p:nvSpPr>
            <p:spPr bwMode="auto">
              <a:xfrm>
                <a:off x="793" y="1328"/>
                <a:ext cx="181" cy="382"/>
              </a:xfrm>
              <a:prstGeom prst="rect">
                <a:avLst/>
              </a:prstGeom>
              <a:noFill/>
              <a:ln w="9525" algn="ctr">
                <a:noFill/>
                <a:miter lim="800000"/>
                <a:headEnd/>
                <a:tailEnd/>
              </a:ln>
            </p:spPr>
            <p:txBody>
              <a:bodyPr>
                <a:spAutoFit/>
              </a:bodyPr>
              <a:lstStyle/>
              <a:p>
                <a:pPr>
                  <a:spcBef>
                    <a:spcPct val="50000"/>
                  </a:spcBef>
                </a:pPr>
                <a:r>
                  <a:rPr lang="en-US" altLang="zh-CN" sz="2400"/>
                  <a:t>1</a:t>
                </a:r>
              </a:p>
            </p:txBody>
          </p:sp>
          <p:sp>
            <p:nvSpPr>
              <p:cNvPr id="7" name="Line 7"/>
              <p:cNvSpPr>
                <a:spLocks noChangeShapeType="1"/>
              </p:cNvSpPr>
              <p:nvPr/>
            </p:nvSpPr>
            <p:spPr bwMode="auto">
              <a:xfrm flipV="1">
                <a:off x="884" y="890"/>
                <a:ext cx="0" cy="408"/>
              </a:xfrm>
              <a:prstGeom prst="line">
                <a:avLst/>
              </a:prstGeom>
              <a:noFill/>
              <a:ln w="12700">
                <a:solidFill>
                  <a:schemeClr val="tx1"/>
                </a:solidFill>
                <a:round/>
                <a:headEnd/>
                <a:tailEnd type="triangle" w="med" len="med"/>
              </a:ln>
            </p:spPr>
            <p:txBody>
              <a:bodyPr anchor="ctr"/>
              <a:lstStyle/>
              <a:p>
                <a:endParaRPr lang="zh-CN" altLang="en-US"/>
              </a:p>
            </p:txBody>
          </p:sp>
        </p:grpSp>
        <p:grpSp>
          <p:nvGrpSpPr>
            <p:cNvPr id="12" name="Group 8"/>
            <p:cNvGrpSpPr>
              <a:grpSpLocks/>
            </p:cNvGrpSpPr>
            <p:nvPr/>
          </p:nvGrpSpPr>
          <p:grpSpPr bwMode="auto">
            <a:xfrm>
              <a:off x="2627313" y="2135188"/>
              <a:ext cx="504825" cy="1301750"/>
              <a:chOff x="748" y="890"/>
              <a:chExt cx="318" cy="820"/>
            </a:xfrm>
          </p:grpSpPr>
          <p:sp>
            <p:nvSpPr>
              <p:cNvPr id="9" name="Oval 9"/>
              <p:cNvSpPr>
                <a:spLocks noChangeArrowheads="1"/>
              </p:cNvSpPr>
              <p:nvPr/>
            </p:nvSpPr>
            <p:spPr bwMode="auto">
              <a:xfrm>
                <a:off x="748" y="1298"/>
                <a:ext cx="318" cy="318"/>
              </a:xfrm>
              <a:prstGeom prst="ellipse">
                <a:avLst/>
              </a:prstGeom>
              <a:solidFill>
                <a:schemeClr val="accent1"/>
              </a:solidFill>
              <a:ln w="9525" algn="ctr">
                <a:noFill/>
                <a:round/>
                <a:headEnd/>
                <a:tailEnd/>
              </a:ln>
            </p:spPr>
            <p:txBody>
              <a:bodyPr wrap="none" anchor="ctr"/>
              <a:lstStyle/>
              <a:p>
                <a:endParaRPr lang="zh-CN" altLang="en-US"/>
              </a:p>
            </p:txBody>
          </p:sp>
          <p:sp>
            <p:nvSpPr>
              <p:cNvPr id="10" name="Text Box 10"/>
              <p:cNvSpPr txBox="1">
                <a:spLocks noChangeArrowheads="1"/>
              </p:cNvSpPr>
              <p:nvPr/>
            </p:nvSpPr>
            <p:spPr bwMode="auto">
              <a:xfrm>
                <a:off x="793" y="1328"/>
                <a:ext cx="181" cy="382"/>
              </a:xfrm>
              <a:prstGeom prst="rect">
                <a:avLst/>
              </a:prstGeom>
              <a:noFill/>
              <a:ln w="9525" algn="ctr">
                <a:noFill/>
                <a:miter lim="800000"/>
                <a:headEnd/>
                <a:tailEnd/>
              </a:ln>
            </p:spPr>
            <p:txBody>
              <a:bodyPr>
                <a:spAutoFit/>
              </a:bodyPr>
              <a:lstStyle/>
              <a:p>
                <a:pPr>
                  <a:spcBef>
                    <a:spcPct val="50000"/>
                  </a:spcBef>
                </a:pPr>
                <a:r>
                  <a:rPr lang="en-US" altLang="zh-CN" sz="2400"/>
                  <a:t>2</a:t>
                </a:r>
              </a:p>
            </p:txBody>
          </p:sp>
          <p:sp>
            <p:nvSpPr>
              <p:cNvPr id="11" name="Line 11"/>
              <p:cNvSpPr>
                <a:spLocks noChangeShapeType="1"/>
              </p:cNvSpPr>
              <p:nvPr/>
            </p:nvSpPr>
            <p:spPr bwMode="auto">
              <a:xfrm flipV="1">
                <a:off x="884" y="890"/>
                <a:ext cx="0" cy="408"/>
              </a:xfrm>
              <a:prstGeom prst="line">
                <a:avLst/>
              </a:prstGeom>
              <a:noFill/>
              <a:ln w="12700">
                <a:solidFill>
                  <a:schemeClr val="tx1"/>
                </a:solidFill>
                <a:round/>
                <a:headEnd/>
                <a:tailEnd type="triangle" w="med" len="med"/>
              </a:ln>
            </p:spPr>
            <p:txBody>
              <a:bodyPr anchor="ctr"/>
              <a:lstStyle/>
              <a:p>
                <a:endParaRPr lang="zh-CN" altLang="en-US"/>
              </a:p>
            </p:txBody>
          </p:sp>
        </p:grpSp>
        <p:grpSp>
          <p:nvGrpSpPr>
            <p:cNvPr id="16" name="Group 12"/>
            <p:cNvGrpSpPr>
              <a:grpSpLocks/>
            </p:cNvGrpSpPr>
            <p:nvPr/>
          </p:nvGrpSpPr>
          <p:grpSpPr bwMode="auto">
            <a:xfrm>
              <a:off x="3490913" y="2135188"/>
              <a:ext cx="504825" cy="1301750"/>
              <a:chOff x="748" y="890"/>
              <a:chExt cx="318" cy="820"/>
            </a:xfrm>
          </p:grpSpPr>
          <p:sp>
            <p:nvSpPr>
              <p:cNvPr id="13" name="Oval 13"/>
              <p:cNvSpPr>
                <a:spLocks noChangeArrowheads="1"/>
              </p:cNvSpPr>
              <p:nvPr/>
            </p:nvSpPr>
            <p:spPr bwMode="auto">
              <a:xfrm>
                <a:off x="748" y="1298"/>
                <a:ext cx="318" cy="318"/>
              </a:xfrm>
              <a:prstGeom prst="ellipse">
                <a:avLst/>
              </a:prstGeom>
              <a:solidFill>
                <a:schemeClr val="accent1"/>
              </a:solidFill>
              <a:ln w="9525" algn="ctr">
                <a:noFill/>
                <a:round/>
                <a:headEnd/>
                <a:tailEnd/>
              </a:ln>
            </p:spPr>
            <p:txBody>
              <a:bodyPr wrap="none" anchor="ctr"/>
              <a:lstStyle/>
              <a:p>
                <a:endParaRPr lang="zh-CN" altLang="en-US"/>
              </a:p>
            </p:txBody>
          </p:sp>
          <p:sp>
            <p:nvSpPr>
              <p:cNvPr id="14" name="Text Box 14"/>
              <p:cNvSpPr txBox="1">
                <a:spLocks noChangeArrowheads="1"/>
              </p:cNvSpPr>
              <p:nvPr/>
            </p:nvSpPr>
            <p:spPr bwMode="auto">
              <a:xfrm>
                <a:off x="793" y="1328"/>
                <a:ext cx="181" cy="382"/>
              </a:xfrm>
              <a:prstGeom prst="rect">
                <a:avLst/>
              </a:prstGeom>
              <a:noFill/>
              <a:ln w="9525" algn="ctr">
                <a:noFill/>
                <a:miter lim="800000"/>
                <a:headEnd/>
                <a:tailEnd/>
              </a:ln>
            </p:spPr>
            <p:txBody>
              <a:bodyPr>
                <a:spAutoFit/>
              </a:bodyPr>
              <a:lstStyle/>
              <a:p>
                <a:pPr>
                  <a:spcBef>
                    <a:spcPct val="50000"/>
                  </a:spcBef>
                </a:pPr>
                <a:r>
                  <a:rPr lang="en-US" altLang="zh-CN" sz="2400" dirty="0"/>
                  <a:t>3</a:t>
                </a:r>
              </a:p>
            </p:txBody>
          </p:sp>
          <p:sp>
            <p:nvSpPr>
              <p:cNvPr id="15" name="Line 15"/>
              <p:cNvSpPr>
                <a:spLocks noChangeShapeType="1"/>
              </p:cNvSpPr>
              <p:nvPr/>
            </p:nvSpPr>
            <p:spPr bwMode="auto">
              <a:xfrm flipV="1">
                <a:off x="884" y="890"/>
                <a:ext cx="0" cy="408"/>
              </a:xfrm>
              <a:prstGeom prst="line">
                <a:avLst/>
              </a:prstGeom>
              <a:noFill/>
              <a:ln w="12700">
                <a:solidFill>
                  <a:schemeClr val="tx1"/>
                </a:solidFill>
                <a:round/>
                <a:headEnd/>
                <a:tailEnd type="triangle" w="med" len="med"/>
              </a:ln>
            </p:spPr>
            <p:txBody>
              <a:bodyPr anchor="ctr"/>
              <a:lstStyle/>
              <a:p>
                <a:endParaRPr lang="zh-CN" altLang="en-US"/>
              </a:p>
            </p:txBody>
          </p:sp>
        </p:grpSp>
        <p:grpSp>
          <p:nvGrpSpPr>
            <p:cNvPr id="22" name="Group 16"/>
            <p:cNvGrpSpPr>
              <a:grpSpLocks/>
            </p:cNvGrpSpPr>
            <p:nvPr/>
          </p:nvGrpSpPr>
          <p:grpSpPr bwMode="auto">
            <a:xfrm>
              <a:off x="4284663" y="2133600"/>
              <a:ext cx="504825" cy="1301750"/>
              <a:chOff x="748" y="890"/>
              <a:chExt cx="318" cy="820"/>
            </a:xfrm>
          </p:grpSpPr>
          <p:sp>
            <p:nvSpPr>
              <p:cNvPr id="17" name="Oval 17"/>
              <p:cNvSpPr>
                <a:spLocks noChangeArrowheads="1"/>
              </p:cNvSpPr>
              <p:nvPr/>
            </p:nvSpPr>
            <p:spPr bwMode="auto">
              <a:xfrm>
                <a:off x="748" y="1298"/>
                <a:ext cx="318" cy="318"/>
              </a:xfrm>
              <a:prstGeom prst="ellipse">
                <a:avLst/>
              </a:prstGeom>
              <a:solidFill>
                <a:schemeClr val="accent1"/>
              </a:solidFill>
              <a:ln w="9525" algn="ctr">
                <a:noFill/>
                <a:round/>
                <a:headEnd/>
                <a:tailEnd/>
              </a:ln>
            </p:spPr>
            <p:txBody>
              <a:bodyPr wrap="none" anchor="ctr"/>
              <a:lstStyle/>
              <a:p>
                <a:endParaRPr lang="zh-CN" altLang="en-US"/>
              </a:p>
            </p:txBody>
          </p:sp>
          <p:sp>
            <p:nvSpPr>
              <p:cNvPr id="18" name="Text Box 18"/>
              <p:cNvSpPr txBox="1">
                <a:spLocks noChangeArrowheads="1"/>
              </p:cNvSpPr>
              <p:nvPr/>
            </p:nvSpPr>
            <p:spPr bwMode="auto">
              <a:xfrm>
                <a:off x="793" y="1328"/>
                <a:ext cx="181" cy="382"/>
              </a:xfrm>
              <a:prstGeom prst="rect">
                <a:avLst/>
              </a:prstGeom>
              <a:noFill/>
              <a:ln w="9525" algn="ctr">
                <a:noFill/>
                <a:miter lim="800000"/>
                <a:headEnd/>
                <a:tailEnd/>
              </a:ln>
            </p:spPr>
            <p:txBody>
              <a:bodyPr>
                <a:spAutoFit/>
              </a:bodyPr>
              <a:lstStyle/>
              <a:p>
                <a:pPr>
                  <a:spcBef>
                    <a:spcPct val="50000"/>
                  </a:spcBef>
                </a:pPr>
                <a:r>
                  <a:rPr lang="en-US" altLang="zh-CN" sz="2400" dirty="0"/>
                  <a:t>4</a:t>
                </a:r>
              </a:p>
            </p:txBody>
          </p:sp>
          <p:sp>
            <p:nvSpPr>
              <p:cNvPr id="19" name="Line 19"/>
              <p:cNvSpPr>
                <a:spLocks noChangeShapeType="1"/>
              </p:cNvSpPr>
              <p:nvPr/>
            </p:nvSpPr>
            <p:spPr bwMode="auto">
              <a:xfrm flipV="1">
                <a:off x="884" y="890"/>
                <a:ext cx="0" cy="408"/>
              </a:xfrm>
              <a:prstGeom prst="line">
                <a:avLst/>
              </a:prstGeom>
              <a:noFill/>
              <a:ln w="12700">
                <a:solidFill>
                  <a:schemeClr val="tx1"/>
                </a:solidFill>
                <a:round/>
                <a:headEnd/>
                <a:tailEnd type="triangle" w="med" len="med"/>
              </a:ln>
            </p:spPr>
            <p:txBody>
              <a:bodyPr anchor="ctr"/>
              <a:lstStyle/>
              <a:p>
                <a:endParaRPr lang="zh-CN" altLang="en-US"/>
              </a:p>
            </p:txBody>
          </p:sp>
        </p:grpSp>
        <p:sp>
          <p:nvSpPr>
            <p:cNvPr id="20" name="Oval 20"/>
            <p:cNvSpPr>
              <a:spLocks noChangeArrowheads="1"/>
            </p:cNvSpPr>
            <p:nvPr/>
          </p:nvSpPr>
          <p:spPr bwMode="auto">
            <a:xfrm>
              <a:off x="5075238" y="3429000"/>
              <a:ext cx="504825" cy="504825"/>
            </a:xfrm>
            <a:prstGeom prst="ellipse">
              <a:avLst/>
            </a:prstGeom>
            <a:solidFill>
              <a:schemeClr val="accent1"/>
            </a:solidFill>
            <a:ln w="9525" algn="ctr">
              <a:noFill/>
              <a:round/>
              <a:headEnd/>
              <a:tailEnd/>
            </a:ln>
          </p:spPr>
          <p:txBody>
            <a:bodyPr wrap="none" anchor="ctr"/>
            <a:lstStyle/>
            <a:p>
              <a:endParaRPr lang="zh-CN" altLang="en-US"/>
            </a:p>
          </p:txBody>
        </p:sp>
        <p:sp>
          <p:nvSpPr>
            <p:cNvPr id="21" name="Text Box 21"/>
            <p:cNvSpPr txBox="1">
              <a:spLocks noChangeArrowheads="1"/>
            </p:cNvSpPr>
            <p:nvPr/>
          </p:nvSpPr>
          <p:spPr bwMode="auto">
            <a:xfrm>
              <a:off x="5146675" y="3476625"/>
              <a:ext cx="287338" cy="606637"/>
            </a:xfrm>
            <a:prstGeom prst="rect">
              <a:avLst/>
            </a:prstGeom>
            <a:noFill/>
            <a:ln w="9525" algn="ctr">
              <a:noFill/>
              <a:miter lim="800000"/>
              <a:headEnd/>
              <a:tailEnd/>
            </a:ln>
          </p:spPr>
          <p:txBody>
            <a:bodyPr>
              <a:spAutoFit/>
            </a:bodyPr>
            <a:lstStyle/>
            <a:p>
              <a:pPr>
                <a:spcBef>
                  <a:spcPct val="50000"/>
                </a:spcBef>
              </a:pPr>
              <a:r>
                <a:rPr lang="en-US" altLang="zh-CN" sz="2400"/>
                <a:t>5</a:t>
              </a:r>
            </a:p>
          </p:txBody>
        </p:sp>
        <p:grpSp>
          <p:nvGrpSpPr>
            <p:cNvPr id="28" name="Group 30"/>
            <p:cNvGrpSpPr>
              <a:grpSpLocks/>
            </p:cNvGrpSpPr>
            <p:nvPr/>
          </p:nvGrpSpPr>
          <p:grpSpPr bwMode="auto">
            <a:xfrm>
              <a:off x="969963" y="2135188"/>
              <a:ext cx="504825" cy="1301750"/>
              <a:chOff x="748" y="890"/>
              <a:chExt cx="318" cy="820"/>
            </a:xfrm>
          </p:grpSpPr>
          <p:sp>
            <p:nvSpPr>
              <p:cNvPr id="23" name="Oval 31"/>
              <p:cNvSpPr>
                <a:spLocks noChangeArrowheads="1"/>
              </p:cNvSpPr>
              <p:nvPr/>
            </p:nvSpPr>
            <p:spPr bwMode="auto">
              <a:xfrm>
                <a:off x="748" y="1298"/>
                <a:ext cx="318" cy="318"/>
              </a:xfrm>
              <a:prstGeom prst="ellipse">
                <a:avLst/>
              </a:prstGeom>
              <a:solidFill>
                <a:schemeClr val="accent1"/>
              </a:solidFill>
              <a:ln w="9525" algn="ctr">
                <a:noFill/>
                <a:round/>
                <a:headEnd/>
                <a:tailEnd/>
              </a:ln>
            </p:spPr>
            <p:txBody>
              <a:bodyPr wrap="none" anchor="ctr"/>
              <a:lstStyle/>
              <a:p>
                <a:endParaRPr lang="zh-CN" altLang="en-US"/>
              </a:p>
            </p:txBody>
          </p:sp>
          <p:sp>
            <p:nvSpPr>
              <p:cNvPr id="24" name="Text Box 32"/>
              <p:cNvSpPr txBox="1">
                <a:spLocks noChangeArrowheads="1"/>
              </p:cNvSpPr>
              <p:nvPr/>
            </p:nvSpPr>
            <p:spPr bwMode="auto">
              <a:xfrm>
                <a:off x="793" y="1328"/>
                <a:ext cx="181" cy="382"/>
              </a:xfrm>
              <a:prstGeom prst="rect">
                <a:avLst/>
              </a:prstGeom>
              <a:noFill/>
              <a:ln w="9525" algn="ctr">
                <a:noFill/>
                <a:miter lim="800000"/>
                <a:headEnd/>
                <a:tailEnd/>
              </a:ln>
            </p:spPr>
            <p:txBody>
              <a:bodyPr>
                <a:spAutoFit/>
              </a:bodyPr>
              <a:lstStyle/>
              <a:p>
                <a:pPr>
                  <a:spcBef>
                    <a:spcPct val="50000"/>
                  </a:spcBef>
                </a:pPr>
                <a:r>
                  <a:rPr lang="en-US" altLang="zh-CN" sz="2400"/>
                  <a:t>0</a:t>
                </a:r>
              </a:p>
            </p:txBody>
          </p:sp>
          <p:sp>
            <p:nvSpPr>
              <p:cNvPr id="25" name="Line 33"/>
              <p:cNvSpPr>
                <a:spLocks noChangeShapeType="1"/>
              </p:cNvSpPr>
              <p:nvPr/>
            </p:nvSpPr>
            <p:spPr bwMode="auto">
              <a:xfrm flipV="1">
                <a:off x="884" y="890"/>
                <a:ext cx="0" cy="408"/>
              </a:xfrm>
              <a:prstGeom prst="line">
                <a:avLst/>
              </a:prstGeom>
              <a:noFill/>
              <a:ln w="12700">
                <a:solidFill>
                  <a:schemeClr val="tx1"/>
                </a:solidFill>
                <a:round/>
                <a:headEnd/>
                <a:tailEnd type="triangle" w="med" len="med"/>
              </a:ln>
            </p:spPr>
            <p:txBody>
              <a:bodyPr anchor="ctr"/>
              <a:lstStyle/>
              <a:p>
                <a:endParaRPr lang="zh-CN" altLang="en-US"/>
              </a:p>
            </p:txBody>
          </p:sp>
        </p:grpSp>
        <p:sp>
          <p:nvSpPr>
            <p:cNvPr id="27" name="Line 65"/>
            <p:cNvSpPr>
              <a:spLocks noChangeShapeType="1"/>
            </p:cNvSpPr>
            <p:nvPr/>
          </p:nvSpPr>
          <p:spPr bwMode="auto">
            <a:xfrm flipH="1" flipV="1">
              <a:off x="4716463" y="3213100"/>
              <a:ext cx="431800" cy="287338"/>
            </a:xfrm>
            <a:prstGeom prst="line">
              <a:avLst/>
            </a:prstGeom>
            <a:noFill/>
            <a:ln w="9525">
              <a:solidFill>
                <a:schemeClr val="tx1"/>
              </a:solidFill>
              <a:round/>
              <a:headEnd/>
              <a:tailEnd type="triangle" w="med" len="med"/>
            </a:ln>
          </p:spPr>
          <p:txBody>
            <a:bodyPr anchor="ctr"/>
            <a:lstStyle/>
            <a:p>
              <a:endParaRPr lang="zh-CN" altLang="en-US"/>
            </a:p>
          </p:txBody>
        </p:sp>
        <p:grpSp>
          <p:nvGrpSpPr>
            <p:cNvPr id="35" name="Group 66"/>
            <p:cNvGrpSpPr>
              <a:grpSpLocks/>
            </p:cNvGrpSpPr>
            <p:nvPr/>
          </p:nvGrpSpPr>
          <p:grpSpPr bwMode="auto">
            <a:xfrm>
              <a:off x="5653088" y="2133600"/>
              <a:ext cx="504825" cy="1301750"/>
              <a:chOff x="748" y="890"/>
              <a:chExt cx="318" cy="820"/>
            </a:xfrm>
          </p:grpSpPr>
          <p:sp>
            <p:nvSpPr>
              <p:cNvPr id="29" name="Oval 67"/>
              <p:cNvSpPr>
                <a:spLocks noChangeArrowheads="1"/>
              </p:cNvSpPr>
              <p:nvPr/>
            </p:nvSpPr>
            <p:spPr bwMode="auto">
              <a:xfrm>
                <a:off x="748" y="1298"/>
                <a:ext cx="318" cy="318"/>
              </a:xfrm>
              <a:prstGeom prst="ellipse">
                <a:avLst/>
              </a:prstGeom>
              <a:solidFill>
                <a:schemeClr val="accent1"/>
              </a:solidFill>
              <a:ln w="9525" algn="ctr">
                <a:noFill/>
                <a:round/>
                <a:headEnd/>
                <a:tailEnd/>
              </a:ln>
            </p:spPr>
            <p:txBody>
              <a:bodyPr wrap="none" anchor="ctr"/>
              <a:lstStyle/>
              <a:p>
                <a:endParaRPr lang="zh-CN" altLang="en-US"/>
              </a:p>
            </p:txBody>
          </p:sp>
          <p:sp>
            <p:nvSpPr>
              <p:cNvPr id="30" name="Text Box 68"/>
              <p:cNvSpPr txBox="1">
                <a:spLocks noChangeArrowheads="1"/>
              </p:cNvSpPr>
              <p:nvPr/>
            </p:nvSpPr>
            <p:spPr bwMode="auto">
              <a:xfrm>
                <a:off x="793" y="1328"/>
                <a:ext cx="181" cy="382"/>
              </a:xfrm>
              <a:prstGeom prst="rect">
                <a:avLst/>
              </a:prstGeom>
              <a:noFill/>
              <a:ln w="9525" algn="ctr">
                <a:noFill/>
                <a:miter lim="800000"/>
                <a:headEnd/>
                <a:tailEnd/>
              </a:ln>
            </p:spPr>
            <p:txBody>
              <a:bodyPr>
                <a:spAutoFit/>
              </a:bodyPr>
              <a:lstStyle/>
              <a:p>
                <a:pPr>
                  <a:spcBef>
                    <a:spcPct val="50000"/>
                  </a:spcBef>
                </a:pPr>
                <a:r>
                  <a:rPr lang="en-US" altLang="zh-CN" sz="2400"/>
                  <a:t>6</a:t>
                </a:r>
              </a:p>
            </p:txBody>
          </p:sp>
          <p:sp>
            <p:nvSpPr>
              <p:cNvPr id="31" name="Line 69"/>
              <p:cNvSpPr>
                <a:spLocks noChangeShapeType="1"/>
              </p:cNvSpPr>
              <p:nvPr/>
            </p:nvSpPr>
            <p:spPr bwMode="auto">
              <a:xfrm flipV="1">
                <a:off x="884" y="890"/>
                <a:ext cx="0" cy="408"/>
              </a:xfrm>
              <a:prstGeom prst="line">
                <a:avLst/>
              </a:prstGeom>
              <a:noFill/>
              <a:ln w="12700">
                <a:solidFill>
                  <a:schemeClr val="tx1"/>
                </a:solidFill>
                <a:round/>
                <a:headEnd/>
                <a:tailEnd type="triangle" w="med" len="med"/>
              </a:ln>
            </p:spPr>
            <p:txBody>
              <a:bodyPr anchor="ctr"/>
              <a:lstStyle/>
              <a:p>
                <a:endParaRPr lang="zh-CN" altLang="en-US"/>
              </a:p>
            </p:txBody>
          </p:sp>
        </p:grpSp>
        <p:sp>
          <p:nvSpPr>
            <p:cNvPr id="32" name="Oval 70"/>
            <p:cNvSpPr>
              <a:spLocks noChangeArrowheads="1"/>
            </p:cNvSpPr>
            <p:nvPr/>
          </p:nvSpPr>
          <p:spPr bwMode="auto">
            <a:xfrm>
              <a:off x="6443663" y="3429000"/>
              <a:ext cx="504825" cy="504825"/>
            </a:xfrm>
            <a:prstGeom prst="ellipse">
              <a:avLst/>
            </a:prstGeom>
            <a:solidFill>
              <a:schemeClr val="accent1"/>
            </a:solidFill>
            <a:ln w="9525" algn="ctr">
              <a:noFill/>
              <a:round/>
              <a:headEnd/>
              <a:tailEnd/>
            </a:ln>
          </p:spPr>
          <p:txBody>
            <a:bodyPr wrap="none" anchor="ctr"/>
            <a:lstStyle/>
            <a:p>
              <a:endParaRPr lang="zh-CN" altLang="en-US"/>
            </a:p>
          </p:txBody>
        </p:sp>
        <p:sp>
          <p:nvSpPr>
            <p:cNvPr id="33" name="Text Box 71"/>
            <p:cNvSpPr txBox="1">
              <a:spLocks noChangeArrowheads="1"/>
            </p:cNvSpPr>
            <p:nvPr/>
          </p:nvSpPr>
          <p:spPr bwMode="auto">
            <a:xfrm>
              <a:off x="6515100" y="3476625"/>
              <a:ext cx="287338" cy="606637"/>
            </a:xfrm>
            <a:prstGeom prst="rect">
              <a:avLst/>
            </a:prstGeom>
            <a:noFill/>
            <a:ln w="9525" algn="ctr">
              <a:noFill/>
              <a:miter lim="800000"/>
              <a:headEnd/>
              <a:tailEnd/>
            </a:ln>
          </p:spPr>
          <p:txBody>
            <a:bodyPr>
              <a:spAutoFit/>
            </a:bodyPr>
            <a:lstStyle/>
            <a:p>
              <a:pPr>
                <a:spcBef>
                  <a:spcPct val="50000"/>
                </a:spcBef>
              </a:pPr>
              <a:r>
                <a:rPr lang="en-US" altLang="zh-CN" sz="2400"/>
                <a:t>7</a:t>
              </a:r>
            </a:p>
          </p:txBody>
        </p:sp>
        <p:sp>
          <p:nvSpPr>
            <p:cNvPr id="34" name="Line 72"/>
            <p:cNvSpPr>
              <a:spLocks noChangeShapeType="1"/>
            </p:cNvSpPr>
            <p:nvPr/>
          </p:nvSpPr>
          <p:spPr bwMode="auto">
            <a:xfrm flipH="1" flipV="1">
              <a:off x="6084888" y="3213100"/>
              <a:ext cx="431800" cy="287338"/>
            </a:xfrm>
            <a:prstGeom prst="line">
              <a:avLst/>
            </a:prstGeom>
            <a:noFill/>
            <a:ln w="9525">
              <a:solidFill>
                <a:schemeClr val="tx1"/>
              </a:solidFill>
              <a:round/>
              <a:headEnd/>
              <a:tailEnd type="triangle" w="med" len="med"/>
            </a:ln>
          </p:spPr>
          <p:txBody>
            <a:bodyPr anchor="ctr"/>
            <a:lstStyle/>
            <a:p>
              <a:endParaRPr lang="zh-CN" altLang="en-US"/>
            </a:p>
          </p:txBody>
        </p:sp>
      </p:grpSp>
      <p:grpSp>
        <p:nvGrpSpPr>
          <p:cNvPr id="36" name="组合 64"/>
          <p:cNvGrpSpPr/>
          <p:nvPr/>
        </p:nvGrpSpPr>
        <p:grpSpPr>
          <a:xfrm>
            <a:off x="2524100" y="3959278"/>
            <a:ext cx="5922232" cy="1962718"/>
            <a:chOff x="969963" y="1916113"/>
            <a:chExt cx="6192837" cy="2605071"/>
          </a:xfrm>
        </p:grpSpPr>
        <p:grpSp>
          <p:nvGrpSpPr>
            <p:cNvPr id="40" name="Group 4"/>
            <p:cNvGrpSpPr>
              <a:grpSpLocks/>
            </p:cNvGrpSpPr>
            <p:nvPr/>
          </p:nvGrpSpPr>
          <p:grpSpPr bwMode="auto">
            <a:xfrm>
              <a:off x="1835150" y="1917700"/>
              <a:ext cx="504825" cy="1308100"/>
              <a:chOff x="748" y="890"/>
              <a:chExt cx="318" cy="824"/>
            </a:xfrm>
          </p:grpSpPr>
          <p:sp>
            <p:nvSpPr>
              <p:cNvPr id="37" name="Oval 5"/>
              <p:cNvSpPr>
                <a:spLocks noChangeArrowheads="1"/>
              </p:cNvSpPr>
              <p:nvPr/>
            </p:nvSpPr>
            <p:spPr bwMode="auto">
              <a:xfrm>
                <a:off x="748" y="1298"/>
                <a:ext cx="318" cy="318"/>
              </a:xfrm>
              <a:prstGeom prst="ellipse">
                <a:avLst/>
              </a:prstGeom>
              <a:solidFill>
                <a:schemeClr val="accent1"/>
              </a:solidFill>
              <a:ln w="9525" algn="ctr">
                <a:noFill/>
                <a:round/>
                <a:headEnd/>
                <a:tailEnd/>
              </a:ln>
            </p:spPr>
            <p:txBody>
              <a:bodyPr wrap="none" anchor="ctr"/>
              <a:lstStyle/>
              <a:p>
                <a:endParaRPr lang="zh-CN" altLang="en-US"/>
              </a:p>
            </p:txBody>
          </p:sp>
          <p:sp>
            <p:nvSpPr>
              <p:cNvPr id="38" name="Text Box 6"/>
              <p:cNvSpPr txBox="1">
                <a:spLocks noChangeArrowheads="1"/>
              </p:cNvSpPr>
              <p:nvPr/>
            </p:nvSpPr>
            <p:spPr bwMode="auto">
              <a:xfrm>
                <a:off x="793" y="1328"/>
                <a:ext cx="181" cy="386"/>
              </a:xfrm>
              <a:prstGeom prst="rect">
                <a:avLst/>
              </a:prstGeom>
              <a:noFill/>
              <a:ln w="9525" algn="ctr">
                <a:noFill/>
                <a:miter lim="800000"/>
                <a:headEnd/>
                <a:tailEnd/>
              </a:ln>
            </p:spPr>
            <p:txBody>
              <a:bodyPr>
                <a:spAutoFit/>
              </a:bodyPr>
              <a:lstStyle/>
              <a:p>
                <a:pPr>
                  <a:spcBef>
                    <a:spcPct val="50000"/>
                  </a:spcBef>
                </a:pPr>
                <a:r>
                  <a:rPr lang="en-US" altLang="zh-CN" sz="2400"/>
                  <a:t>1</a:t>
                </a:r>
              </a:p>
            </p:txBody>
          </p:sp>
          <p:sp>
            <p:nvSpPr>
              <p:cNvPr id="39" name="Line 7"/>
              <p:cNvSpPr>
                <a:spLocks noChangeShapeType="1"/>
              </p:cNvSpPr>
              <p:nvPr/>
            </p:nvSpPr>
            <p:spPr bwMode="auto">
              <a:xfrm flipV="1">
                <a:off x="884" y="890"/>
                <a:ext cx="0" cy="408"/>
              </a:xfrm>
              <a:prstGeom prst="line">
                <a:avLst/>
              </a:prstGeom>
              <a:noFill/>
              <a:ln w="12700">
                <a:solidFill>
                  <a:schemeClr val="tx1"/>
                </a:solidFill>
                <a:round/>
                <a:headEnd/>
                <a:tailEnd type="triangle" w="med" len="med"/>
              </a:ln>
            </p:spPr>
            <p:txBody>
              <a:bodyPr anchor="ctr"/>
              <a:lstStyle/>
              <a:p>
                <a:endParaRPr lang="zh-CN" altLang="en-US"/>
              </a:p>
            </p:txBody>
          </p:sp>
        </p:grpSp>
        <p:grpSp>
          <p:nvGrpSpPr>
            <p:cNvPr id="44" name="Group 8"/>
            <p:cNvGrpSpPr>
              <a:grpSpLocks/>
            </p:cNvGrpSpPr>
            <p:nvPr/>
          </p:nvGrpSpPr>
          <p:grpSpPr bwMode="auto">
            <a:xfrm>
              <a:off x="2627313" y="1917700"/>
              <a:ext cx="504825" cy="1308100"/>
              <a:chOff x="748" y="890"/>
              <a:chExt cx="318" cy="824"/>
            </a:xfrm>
          </p:grpSpPr>
          <p:sp>
            <p:nvSpPr>
              <p:cNvPr id="41" name="Oval 9"/>
              <p:cNvSpPr>
                <a:spLocks noChangeArrowheads="1"/>
              </p:cNvSpPr>
              <p:nvPr/>
            </p:nvSpPr>
            <p:spPr bwMode="auto">
              <a:xfrm>
                <a:off x="748" y="1298"/>
                <a:ext cx="318" cy="318"/>
              </a:xfrm>
              <a:prstGeom prst="ellipse">
                <a:avLst/>
              </a:prstGeom>
              <a:solidFill>
                <a:schemeClr val="accent1"/>
              </a:solidFill>
              <a:ln w="9525" algn="ctr">
                <a:noFill/>
                <a:round/>
                <a:headEnd/>
                <a:tailEnd/>
              </a:ln>
            </p:spPr>
            <p:txBody>
              <a:bodyPr wrap="none" anchor="ctr"/>
              <a:lstStyle/>
              <a:p>
                <a:endParaRPr lang="zh-CN" altLang="en-US"/>
              </a:p>
            </p:txBody>
          </p:sp>
          <p:sp>
            <p:nvSpPr>
              <p:cNvPr id="42" name="Text Box 10"/>
              <p:cNvSpPr txBox="1">
                <a:spLocks noChangeArrowheads="1"/>
              </p:cNvSpPr>
              <p:nvPr/>
            </p:nvSpPr>
            <p:spPr bwMode="auto">
              <a:xfrm>
                <a:off x="793" y="1328"/>
                <a:ext cx="181" cy="386"/>
              </a:xfrm>
              <a:prstGeom prst="rect">
                <a:avLst/>
              </a:prstGeom>
              <a:noFill/>
              <a:ln w="9525" algn="ctr">
                <a:noFill/>
                <a:miter lim="800000"/>
                <a:headEnd/>
                <a:tailEnd/>
              </a:ln>
            </p:spPr>
            <p:txBody>
              <a:bodyPr>
                <a:spAutoFit/>
              </a:bodyPr>
              <a:lstStyle/>
              <a:p>
                <a:pPr>
                  <a:spcBef>
                    <a:spcPct val="50000"/>
                  </a:spcBef>
                </a:pPr>
                <a:r>
                  <a:rPr lang="en-US" altLang="zh-CN" sz="2400"/>
                  <a:t>2</a:t>
                </a:r>
              </a:p>
            </p:txBody>
          </p:sp>
          <p:sp>
            <p:nvSpPr>
              <p:cNvPr id="43" name="Line 11"/>
              <p:cNvSpPr>
                <a:spLocks noChangeShapeType="1"/>
              </p:cNvSpPr>
              <p:nvPr/>
            </p:nvSpPr>
            <p:spPr bwMode="auto">
              <a:xfrm flipV="1">
                <a:off x="884" y="890"/>
                <a:ext cx="0" cy="408"/>
              </a:xfrm>
              <a:prstGeom prst="line">
                <a:avLst/>
              </a:prstGeom>
              <a:noFill/>
              <a:ln w="12700">
                <a:solidFill>
                  <a:schemeClr val="tx1"/>
                </a:solidFill>
                <a:round/>
                <a:headEnd/>
                <a:tailEnd type="triangle" w="med" len="med"/>
              </a:ln>
            </p:spPr>
            <p:txBody>
              <a:bodyPr anchor="ctr"/>
              <a:lstStyle/>
              <a:p>
                <a:endParaRPr lang="zh-CN" altLang="en-US"/>
              </a:p>
            </p:txBody>
          </p:sp>
        </p:grpSp>
        <p:grpSp>
          <p:nvGrpSpPr>
            <p:cNvPr id="48" name="Group 12"/>
            <p:cNvGrpSpPr>
              <a:grpSpLocks/>
            </p:cNvGrpSpPr>
            <p:nvPr/>
          </p:nvGrpSpPr>
          <p:grpSpPr bwMode="auto">
            <a:xfrm>
              <a:off x="3490913" y="1917700"/>
              <a:ext cx="504825" cy="1308100"/>
              <a:chOff x="748" y="890"/>
              <a:chExt cx="318" cy="824"/>
            </a:xfrm>
          </p:grpSpPr>
          <p:sp>
            <p:nvSpPr>
              <p:cNvPr id="45" name="Oval 13"/>
              <p:cNvSpPr>
                <a:spLocks noChangeArrowheads="1"/>
              </p:cNvSpPr>
              <p:nvPr/>
            </p:nvSpPr>
            <p:spPr bwMode="auto">
              <a:xfrm>
                <a:off x="748" y="1298"/>
                <a:ext cx="318" cy="318"/>
              </a:xfrm>
              <a:prstGeom prst="ellipse">
                <a:avLst/>
              </a:prstGeom>
              <a:solidFill>
                <a:schemeClr val="accent1"/>
              </a:solidFill>
              <a:ln w="9525" algn="ctr">
                <a:noFill/>
                <a:round/>
                <a:headEnd/>
                <a:tailEnd/>
              </a:ln>
            </p:spPr>
            <p:txBody>
              <a:bodyPr wrap="none" anchor="ctr"/>
              <a:lstStyle/>
              <a:p>
                <a:endParaRPr lang="zh-CN" altLang="en-US"/>
              </a:p>
            </p:txBody>
          </p:sp>
          <p:sp>
            <p:nvSpPr>
              <p:cNvPr id="46" name="Text Box 14"/>
              <p:cNvSpPr txBox="1">
                <a:spLocks noChangeArrowheads="1"/>
              </p:cNvSpPr>
              <p:nvPr/>
            </p:nvSpPr>
            <p:spPr bwMode="auto">
              <a:xfrm>
                <a:off x="793" y="1328"/>
                <a:ext cx="181" cy="386"/>
              </a:xfrm>
              <a:prstGeom prst="rect">
                <a:avLst/>
              </a:prstGeom>
              <a:noFill/>
              <a:ln w="9525" algn="ctr">
                <a:noFill/>
                <a:miter lim="800000"/>
                <a:headEnd/>
                <a:tailEnd/>
              </a:ln>
            </p:spPr>
            <p:txBody>
              <a:bodyPr>
                <a:spAutoFit/>
              </a:bodyPr>
              <a:lstStyle/>
              <a:p>
                <a:pPr>
                  <a:spcBef>
                    <a:spcPct val="50000"/>
                  </a:spcBef>
                </a:pPr>
                <a:r>
                  <a:rPr lang="en-US" altLang="zh-CN" sz="2400"/>
                  <a:t>3</a:t>
                </a:r>
              </a:p>
            </p:txBody>
          </p:sp>
          <p:sp>
            <p:nvSpPr>
              <p:cNvPr id="47" name="Line 15"/>
              <p:cNvSpPr>
                <a:spLocks noChangeShapeType="1"/>
              </p:cNvSpPr>
              <p:nvPr/>
            </p:nvSpPr>
            <p:spPr bwMode="auto">
              <a:xfrm flipV="1">
                <a:off x="884" y="890"/>
                <a:ext cx="0" cy="408"/>
              </a:xfrm>
              <a:prstGeom prst="line">
                <a:avLst/>
              </a:prstGeom>
              <a:noFill/>
              <a:ln w="12700">
                <a:solidFill>
                  <a:schemeClr val="tx1"/>
                </a:solidFill>
                <a:round/>
                <a:headEnd/>
                <a:tailEnd type="triangle" w="med" len="med"/>
              </a:ln>
            </p:spPr>
            <p:txBody>
              <a:bodyPr anchor="ctr"/>
              <a:lstStyle/>
              <a:p>
                <a:endParaRPr lang="zh-CN" altLang="en-US"/>
              </a:p>
            </p:txBody>
          </p:sp>
        </p:grpSp>
        <p:grpSp>
          <p:nvGrpSpPr>
            <p:cNvPr id="54" name="Group 16"/>
            <p:cNvGrpSpPr>
              <a:grpSpLocks/>
            </p:cNvGrpSpPr>
            <p:nvPr/>
          </p:nvGrpSpPr>
          <p:grpSpPr bwMode="auto">
            <a:xfrm>
              <a:off x="4284663" y="1916113"/>
              <a:ext cx="504825" cy="1308100"/>
              <a:chOff x="748" y="890"/>
              <a:chExt cx="318" cy="824"/>
            </a:xfrm>
          </p:grpSpPr>
          <p:sp>
            <p:nvSpPr>
              <p:cNvPr id="49" name="Oval 17"/>
              <p:cNvSpPr>
                <a:spLocks noChangeArrowheads="1"/>
              </p:cNvSpPr>
              <p:nvPr/>
            </p:nvSpPr>
            <p:spPr bwMode="auto">
              <a:xfrm>
                <a:off x="748" y="1298"/>
                <a:ext cx="318" cy="318"/>
              </a:xfrm>
              <a:prstGeom prst="ellipse">
                <a:avLst/>
              </a:prstGeom>
              <a:solidFill>
                <a:schemeClr val="accent1"/>
              </a:solidFill>
              <a:ln w="9525" algn="ctr">
                <a:noFill/>
                <a:round/>
                <a:headEnd/>
                <a:tailEnd/>
              </a:ln>
            </p:spPr>
            <p:txBody>
              <a:bodyPr wrap="none" anchor="ctr"/>
              <a:lstStyle/>
              <a:p>
                <a:endParaRPr lang="zh-CN" altLang="en-US"/>
              </a:p>
            </p:txBody>
          </p:sp>
          <p:sp>
            <p:nvSpPr>
              <p:cNvPr id="50" name="Text Box 18"/>
              <p:cNvSpPr txBox="1">
                <a:spLocks noChangeArrowheads="1"/>
              </p:cNvSpPr>
              <p:nvPr/>
            </p:nvSpPr>
            <p:spPr bwMode="auto">
              <a:xfrm>
                <a:off x="793" y="1328"/>
                <a:ext cx="181" cy="386"/>
              </a:xfrm>
              <a:prstGeom prst="rect">
                <a:avLst/>
              </a:prstGeom>
              <a:noFill/>
              <a:ln w="9525" algn="ctr">
                <a:noFill/>
                <a:miter lim="800000"/>
                <a:headEnd/>
                <a:tailEnd/>
              </a:ln>
            </p:spPr>
            <p:txBody>
              <a:bodyPr>
                <a:spAutoFit/>
              </a:bodyPr>
              <a:lstStyle/>
              <a:p>
                <a:pPr>
                  <a:spcBef>
                    <a:spcPct val="50000"/>
                  </a:spcBef>
                </a:pPr>
                <a:r>
                  <a:rPr lang="en-US" altLang="zh-CN" sz="2400"/>
                  <a:t>4</a:t>
                </a:r>
              </a:p>
            </p:txBody>
          </p:sp>
          <p:sp>
            <p:nvSpPr>
              <p:cNvPr id="51" name="Line 19"/>
              <p:cNvSpPr>
                <a:spLocks noChangeShapeType="1"/>
              </p:cNvSpPr>
              <p:nvPr/>
            </p:nvSpPr>
            <p:spPr bwMode="auto">
              <a:xfrm flipV="1">
                <a:off x="884" y="890"/>
                <a:ext cx="0" cy="408"/>
              </a:xfrm>
              <a:prstGeom prst="line">
                <a:avLst/>
              </a:prstGeom>
              <a:noFill/>
              <a:ln w="12700">
                <a:solidFill>
                  <a:schemeClr val="tx1"/>
                </a:solidFill>
                <a:round/>
                <a:headEnd/>
                <a:tailEnd type="triangle" w="med" len="med"/>
              </a:ln>
            </p:spPr>
            <p:txBody>
              <a:bodyPr anchor="ctr"/>
              <a:lstStyle/>
              <a:p>
                <a:endParaRPr lang="zh-CN" altLang="en-US"/>
              </a:p>
            </p:txBody>
          </p:sp>
        </p:grpSp>
        <p:sp>
          <p:nvSpPr>
            <p:cNvPr id="52" name="Oval 20"/>
            <p:cNvSpPr>
              <a:spLocks noChangeArrowheads="1"/>
            </p:cNvSpPr>
            <p:nvPr/>
          </p:nvSpPr>
          <p:spPr bwMode="auto">
            <a:xfrm>
              <a:off x="5075238" y="3211513"/>
              <a:ext cx="504825" cy="504825"/>
            </a:xfrm>
            <a:prstGeom prst="ellipse">
              <a:avLst/>
            </a:prstGeom>
            <a:solidFill>
              <a:schemeClr val="accent1"/>
            </a:solidFill>
            <a:ln w="9525" algn="ctr">
              <a:noFill/>
              <a:round/>
              <a:headEnd/>
              <a:tailEnd/>
            </a:ln>
          </p:spPr>
          <p:txBody>
            <a:bodyPr wrap="none" anchor="ctr"/>
            <a:lstStyle/>
            <a:p>
              <a:endParaRPr lang="zh-CN" altLang="en-US"/>
            </a:p>
          </p:txBody>
        </p:sp>
        <p:sp>
          <p:nvSpPr>
            <p:cNvPr id="53" name="Text Box 21"/>
            <p:cNvSpPr txBox="1">
              <a:spLocks noChangeArrowheads="1"/>
            </p:cNvSpPr>
            <p:nvPr/>
          </p:nvSpPr>
          <p:spPr bwMode="auto">
            <a:xfrm>
              <a:off x="5146676" y="3259137"/>
              <a:ext cx="287338" cy="612758"/>
            </a:xfrm>
            <a:prstGeom prst="rect">
              <a:avLst/>
            </a:prstGeom>
            <a:noFill/>
            <a:ln w="9525" algn="ctr">
              <a:noFill/>
              <a:miter lim="800000"/>
              <a:headEnd/>
              <a:tailEnd/>
            </a:ln>
          </p:spPr>
          <p:txBody>
            <a:bodyPr>
              <a:spAutoFit/>
            </a:bodyPr>
            <a:lstStyle/>
            <a:p>
              <a:pPr>
                <a:spcBef>
                  <a:spcPct val="50000"/>
                </a:spcBef>
              </a:pPr>
              <a:r>
                <a:rPr lang="en-US" altLang="zh-CN" sz="2400"/>
                <a:t>5</a:t>
              </a:r>
            </a:p>
          </p:txBody>
        </p:sp>
        <p:grpSp>
          <p:nvGrpSpPr>
            <p:cNvPr id="65" name="Group 22"/>
            <p:cNvGrpSpPr>
              <a:grpSpLocks/>
            </p:cNvGrpSpPr>
            <p:nvPr/>
          </p:nvGrpSpPr>
          <p:grpSpPr bwMode="auto">
            <a:xfrm>
              <a:off x="969963" y="1917700"/>
              <a:ext cx="504825" cy="1308100"/>
              <a:chOff x="748" y="890"/>
              <a:chExt cx="318" cy="824"/>
            </a:xfrm>
          </p:grpSpPr>
          <p:sp>
            <p:nvSpPr>
              <p:cNvPr id="55" name="Oval 23"/>
              <p:cNvSpPr>
                <a:spLocks noChangeArrowheads="1"/>
              </p:cNvSpPr>
              <p:nvPr/>
            </p:nvSpPr>
            <p:spPr bwMode="auto">
              <a:xfrm>
                <a:off x="748" y="1298"/>
                <a:ext cx="318" cy="318"/>
              </a:xfrm>
              <a:prstGeom prst="ellipse">
                <a:avLst/>
              </a:prstGeom>
              <a:solidFill>
                <a:schemeClr val="accent1"/>
              </a:solidFill>
              <a:ln w="9525" algn="ctr">
                <a:noFill/>
                <a:round/>
                <a:headEnd/>
                <a:tailEnd/>
              </a:ln>
            </p:spPr>
            <p:txBody>
              <a:bodyPr wrap="none" anchor="ctr"/>
              <a:lstStyle/>
              <a:p>
                <a:endParaRPr lang="zh-CN" altLang="en-US"/>
              </a:p>
            </p:txBody>
          </p:sp>
          <p:sp>
            <p:nvSpPr>
              <p:cNvPr id="56" name="Text Box 24"/>
              <p:cNvSpPr txBox="1">
                <a:spLocks noChangeArrowheads="1"/>
              </p:cNvSpPr>
              <p:nvPr/>
            </p:nvSpPr>
            <p:spPr bwMode="auto">
              <a:xfrm>
                <a:off x="793" y="1328"/>
                <a:ext cx="181" cy="386"/>
              </a:xfrm>
              <a:prstGeom prst="rect">
                <a:avLst/>
              </a:prstGeom>
              <a:noFill/>
              <a:ln w="9525" algn="ctr">
                <a:noFill/>
                <a:miter lim="800000"/>
                <a:headEnd/>
                <a:tailEnd/>
              </a:ln>
            </p:spPr>
            <p:txBody>
              <a:bodyPr>
                <a:spAutoFit/>
              </a:bodyPr>
              <a:lstStyle/>
              <a:p>
                <a:pPr>
                  <a:spcBef>
                    <a:spcPct val="50000"/>
                  </a:spcBef>
                </a:pPr>
                <a:r>
                  <a:rPr lang="en-US" altLang="zh-CN" sz="2400"/>
                  <a:t>0</a:t>
                </a:r>
              </a:p>
            </p:txBody>
          </p:sp>
          <p:sp>
            <p:nvSpPr>
              <p:cNvPr id="57" name="Line 25"/>
              <p:cNvSpPr>
                <a:spLocks noChangeShapeType="1"/>
              </p:cNvSpPr>
              <p:nvPr/>
            </p:nvSpPr>
            <p:spPr bwMode="auto">
              <a:xfrm flipV="1">
                <a:off x="884" y="890"/>
                <a:ext cx="0" cy="408"/>
              </a:xfrm>
              <a:prstGeom prst="line">
                <a:avLst/>
              </a:prstGeom>
              <a:noFill/>
              <a:ln w="12700">
                <a:solidFill>
                  <a:schemeClr val="tx1"/>
                </a:solidFill>
                <a:round/>
                <a:headEnd/>
                <a:tailEnd type="triangle" w="med" len="med"/>
              </a:ln>
            </p:spPr>
            <p:txBody>
              <a:bodyPr anchor="ctr"/>
              <a:lstStyle/>
              <a:p>
                <a:endParaRPr lang="zh-CN" altLang="en-US"/>
              </a:p>
            </p:txBody>
          </p:sp>
        </p:grpSp>
        <p:sp>
          <p:nvSpPr>
            <p:cNvPr id="58" name="Line 57"/>
            <p:cNvSpPr>
              <a:spLocks noChangeShapeType="1"/>
            </p:cNvSpPr>
            <p:nvPr/>
          </p:nvSpPr>
          <p:spPr bwMode="auto">
            <a:xfrm flipH="1" flipV="1">
              <a:off x="4716463" y="2995613"/>
              <a:ext cx="431800" cy="287337"/>
            </a:xfrm>
            <a:prstGeom prst="line">
              <a:avLst/>
            </a:prstGeom>
            <a:noFill/>
            <a:ln w="9525">
              <a:solidFill>
                <a:schemeClr val="tx1"/>
              </a:solidFill>
              <a:round/>
              <a:headEnd/>
              <a:tailEnd type="triangle" w="med" len="med"/>
            </a:ln>
          </p:spPr>
          <p:txBody>
            <a:bodyPr anchor="ctr"/>
            <a:lstStyle/>
            <a:p>
              <a:endParaRPr lang="zh-CN" altLang="en-US"/>
            </a:p>
          </p:txBody>
        </p:sp>
        <p:sp>
          <p:nvSpPr>
            <p:cNvPr id="59" name="Oval 59"/>
            <p:cNvSpPr>
              <a:spLocks noChangeArrowheads="1"/>
            </p:cNvSpPr>
            <p:nvPr/>
          </p:nvSpPr>
          <p:spPr bwMode="auto">
            <a:xfrm>
              <a:off x="5867400" y="3213100"/>
              <a:ext cx="504825" cy="504825"/>
            </a:xfrm>
            <a:prstGeom prst="ellipse">
              <a:avLst/>
            </a:prstGeom>
            <a:solidFill>
              <a:schemeClr val="accent1"/>
            </a:solidFill>
            <a:ln w="9525" algn="ctr">
              <a:noFill/>
              <a:round/>
              <a:headEnd/>
              <a:tailEnd/>
            </a:ln>
          </p:spPr>
          <p:txBody>
            <a:bodyPr wrap="none" anchor="ctr"/>
            <a:lstStyle/>
            <a:p>
              <a:endParaRPr lang="zh-CN" altLang="en-US"/>
            </a:p>
          </p:txBody>
        </p:sp>
        <p:sp>
          <p:nvSpPr>
            <p:cNvPr id="60" name="Text Box 60"/>
            <p:cNvSpPr txBox="1">
              <a:spLocks noChangeArrowheads="1"/>
            </p:cNvSpPr>
            <p:nvPr/>
          </p:nvSpPr>
          <p:spPr bwMode="auto">
            <a:xfrm>
              <a:off x="5938838" y="3260725"/>
              <a:ext cx="287337" cy="612758"/>
            </a:xfrm>
            <a:prstGeom prst="rect">
              <a:avLst/>
            </a:prstGeom>
            <a:noFill/>
            <a:ln w="9525" algn="ctr">
              <a:noFill/>
              <a:miter lim="800000"/>
              <a:headEnd/>
              <a:tailEnd/>
            </a:ln>
          </p:spPr>
          <p:txBody>
            <a:bodyPr>
              <a:spAutoFit/>
            </a:bodyPr>
            <a:lstStyle/>
            <a:p>
              <a:pPr>
                <a:spcBef>
                  <a:spcPct val="50000"/>
                </a:spcBef>
              </a:pPr>
              <a:r>
                <a:rPr lang="en-US" altLang="zh-CN" sz="2400"/>
                <a:t>6</a:t>
              </a:r>
            </a:p>
          </p:txBody>
        </p:sp>
        <p:sp>
          <p:nvSpPr>
            <p:cNvPr id="61" name="Oval 62"/>
            <p:cNvSpPr>
              <a:spLocks noChangeArrowheads="1"/>
            </p:cNvSpPr>
            <p:nvPr/>
          </p:nvSpPr>
          <p:spPr bwMode="auto">
            <a:xfrm>
              <a:off x="6657975" y="3860800"/>
              <a:ext cx="504825" cy="504825"/>
            </a:xfrm>
            <a:prstGeom prst="ellipse">
              <a:avLst/>
            </a:prstGeom>
            <a:solidFill>
              <a:schemeClr val="accent1"/>
            </a:solidFill>
            <a:ln w="9525" algn="ctr">
              <a:noFill/>
              <a:round/>
              <a:headEnd/>
              <a:tailEnd/>
            </a:ln>
          </p:spPr>
          <p:txBody>
            <a:bodyPr wrap="none" anchor="ctr"/>
            <a:lstStyle/>
            <a:p>
              <a:endParaRPr lang="zh-CN" altLang="en-US"/>
            </a:p>
          </p:txBody>
        </p:sp>
        <p:sp>
          <p:nvSpPr>
            <p:cNvPr id="62" name="Text Box 63"/>
            <p:cNvSpPr txBox="1">
              <a:spLocks noChangeArrowheads="1"/>
            </p:cNvSpPr>
            <p:nvPr/>
          </p:nvSpPr>
          <p:spPr bwMode="auto">
            <a:xfrm>
              <a:off x="6729413" y="3908426"/>
              <a:ext cx="287337" cy="612758"/>
            </a:xfrm>
            <a:prstGeom prst="rect">
              <a:avLst/>
            </a:prstGeom>
            <a:noFill/>
            <a:ln w="9525" algn="ctr">
              <a:noFill/>
              <a:miter lim="800000"/>
              <a:headEnd/>
              <a:tailEnd/>
            </a:ln>
          </p:spPr>
          <p:txBody>
            <a:bodyPr>
              <a:spAutoFit/>
            </a:bodyPr>
            <a:lstStyle/>
            <a:p>
              <a:pPr>
                <a:spcBef>
                  <a:spcPct val="50000"/>
                </a:spcBef>
              </a:pPr>
              <a:r>
                <a:rPr lang="en-US" altLang="zh-CN" sz="2400"/>
                <a:t>7</a:t>
              </a:r>
            </a:p>
          </p:txBody>
        </p:sp>
        <p:sp>
          <p:nvSpPr>
            <p:cNvPr id="63" name="Line 64"/>
            <p:cNvSpPr>
              <a:spLocks noChangeShapeType="1"/>
            </p:cNvSpPr>
            <p:nvPr/>
          </p:nvSpPr>
          <p:spPr bwMode="auto">
            <a:xfrm flipH="1" flipV="1">
              <a:off x="6299200" y="3644900"/>
              <a:ext cx="431800" cy="287338"/>
            </a:xfrm>
            <a:prstGeom prst="line">
              <a:avLst/>
            </a:prstGeom>
            <a:noFill/>
            <a:ln w="9525">
              <a:solidFill>
                <a:schemeClr val="tx1"/>
              </a:solidFill>
              <a:round/>
              <a:headEnd/>
              <a:tailEnd type="triangle" w="med" len="med"/>
            </a:ln>
          </p:spPr>
          <p:txBody>
            <a:bodyPr anchor="ctr"/>
            <a:lstStyle/>
            <a:p>
              <a:endParaRPr lang="zh-CN" altLang="en-US"/>
            </a:p>
          </p:txBody>
        </p:sp>
        <p:sp>
          <p:nvSpPr>
            <p:cNvPr id="64" name="Line 65"/>
            <p:cNvSpPr>
              <a:spLocks noChangeShapeType="1"/>
            </p:cNvSpPr>
            <p:nvPr/>
          </p:nvSpPr>
          <p:spPr bwMode="auto">
            <a:xfrm flipH="1" flipV="1">
              <a:off x="4787900" y="2852738"/>
              <a:ext cx="1223963" cy="431800"/>
            </a:xfrm>
            <a:prstGeom prst="line">
              <a:avLst/>
            </a:prstGeom>
            <a:noFill/>
            <a:ln w="9525">
              <a:solidFill>
                <a:schemeClr val="tx1"/>
              </a:solidFill>
              <a:round/>
              <a:headEnd/>
              <a:tailEnd type="triangle" w="med" len="med"/>
            </a:ln>
          </p:spPr>
          <p:txBody>
            <a:bodyPr anchor="ctr"/>
            <a:lstStyle/>
            <a:p>
              <a:endParaRPr lang="zh-CN" altLang="en-US"/>
            </a:p>
          </p:txBody>
        </p:sp>
      </p:grpSp>
      <p:graphicFrame>
        <p:nvGraphicFramePr>
          <p:cNvPr id="66" name="Group 26"/>
          <p:cNvGraphicFramePr>
            <a:graphicFrameLocks noGrp="1"/>
          </p:cNvGraphicFramePr>
          <p:nvPr>
            <p:extLst/>
          </p:nvPr>
        </p:nvGraphicFramePr>
        <p:xfrm>
          <a:off x="2524100" y="5524102"/>
          <a:ext cx="5243816" cy="903015"/>
        </p:xfrm>
        <a:graphic>
          <a:graphicData uri="http://schemas.openxmlformats.org/drawingml/2006/table">
            <a:tbl>
              <a:tblPr/>
              <a:tblGrid>
                <a:gridCol w="655299">
                  <a:extLst>
                    <a:ext uri="{9D8B030D-6E8A-4147-A177-3AD203B41FA5}">
                      <a16:colId xmlns:a16="http://schemas.microsoft.com/office/drawing/2014/main" val="20000"/>
                    </a:ext>
                  </a:extLst>
                </a:gridCol>
                <a:gridCol w="655299">
                  <a:extLst>
                    <a:ext uri="{9D8B030D-6E8A-4147-A177-3AD203B41FA5}">
                      <a16:colId xmlns:a16="http://schemas.microsoft.com/office/drawing/2014/main" val="20001"/>
                    </a:ext>
                  </a:extLst>
                </a:gridCol>
                <a:gridCol w="655299">
                  <a:extLst>
                    <a:ext uri="{9D8B030D-6E8A-4147-A177-3AD203B41FA5}">
                      <a16:colId xmlns:a16="http://schemas.microsoft.com/office/drawing/2014/main" val="20002"/>
                    </a:ext>
                  </a:extLst>
                </a:gridCol>
                <a:gridCol w="656723">
                  <a:extLst>
                    <a:ext uri="{9D8B030D-6E8A-4147-A177-3AD203B41FA5}">
                      <a16:colId xmlns:a16="http://schemas.microsoft.com/office/drawing/2014/main" val="20003"/>
                    </a:ext>
                  </a:extLst>
                </a:gridCol>
                <a:gridCol w="655299">
                  <a:extLst>
                    <a:ext uri="{9D8B030D-6E8A-4147-A177-3AD203B41FA5}">
                      <a16:colId xmlns:a16="http://schemas.microsoft.com/office/drawing/2014/main" val="20004"/>
                    </a:ext>
                  </a:extLst>
                </a:gridCol>
                <a:gridCol w="655299">
                  <a:extLst>
                    <a:ext uri="{9D8B030D-6E8A-4147-A177-3AD203B41FA5}">
                      <a16:colId xmlns:a16="http://schemas.microsoft.com/office/drawing/2014/main" val="20005"/>
                    </a:ext>
                  </a:extLst>
                </a:gridCol>
                <a:gridCol w="655299">
                  <a:extLst>
                    <a:ext uri="{9D8B030D-6E8A-4147-A177-3AD203B41FA5}">
                      <a16:colId xmlns:a16="http://schemas.microsoft.com/office/drawing/2014/main" val="20006"/>
                    </a:ext>
                  </a:extLst>
                </a:gridCol>
                <a:gridCol w="655299">
                  <a:extLst>
                    <a:ext uri="{9D8B030D-6E8A-4147-A177-3AD203B41FA5}">
                      <a16:colId xmlns:a16="http://schemas.microsoft.com/office/drawing/2014/main" val="20007"/>
                    </a:ext>
                  </a:extLst>
                </a:gridCol>
              </a:tblGrid>
              <a:tr h="506775">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400" b="1" i="0" u="none" strike="noStrike" cap="none" normalizeH="0" baseline="0" dirty="0" smtClean="0">
                          <a:ln>
                            <a:noFill/>
                          </a:ln>
                          <a:solidFill>
                            <a:srgbClr val="000000"/>
                          </a:solidFill>
                          <a:effectLst/>
                          <a:latin typeface="宋体" pitchFamily="2" charset="-122"/>
                          <a:ea typeface="宋体" pitchFamily="2" charset="-122"/>
                        </a:rPr>
                        <a:t>-1</a:t>
                      </a:r>
                      <a:endParaRPr kumimoji="1" lang="en-US" altLang="zh-CN" sz="2400" b="1" i="0" u="none" strike="noStrike" cap="none" normalizeH="0" baseline="0" dirty="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400" b="1" i="0" u="none" strike="noStrike" cap="none" normalizeH="0" baseline="0" smtClean="0">
                          <a:ln>
                            <a:noFill/>
                          </a:ln>
                          <a:solidFill>
                            <a:srgbClr val="000000"/>
                          </a:solidFill>
                          <a:effectLst/>
                          <a:latin typeface="宋体" pitchFamily="2" charset="-122"/>
                          <a:ea typeface="宋体" pitchFamily="2" charset="-122"/>
                        </a:rPr>
                        <a:t>-1</a:t>
                      </a:r>
                      <a:endParaRPr kumimoji="1" lang="en-US" altLang="zh-CN" sz="2400" b="1"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400" b="1" i="0" u="none" strike="noStrike" cap="none" normalizeH="0" baseline="0" smtClean="0">
                          <a:ln>
                            <a:noFill/>
                          </a:ln>
                          <a:solidFill>
                            <a:srgbClr val="000000"/>
                          </a:solidFill>
                          <a:effectLst/>
                          <a:latin typeface="宋体" pitchFamily="2" charset="-122"/>
                          <a:ea typeface="宋体" pitchFamily="2" charset="-122"/>
                        </a:rPr>
                        <a:t>-1</a:t>
                      </a:r>
                      <a:endParaRPr kumimoji="1" lang="en-US" altLang="zh-CN" sz="2400" b="1"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400" b="1" i="0" u="none" strike="noStrike" cap="none" normalizeH="0" baseline="0" smtClean="0">
                          <a:ln>
                            <a:noFill/>
                          </a:ln>
                          <a:solidFill>
                            <a:srgbClr val="000000"/>
                          </a:solidFill>
                          <a:effectLst/>
                          <a:latin typeface="宋体" pitchFamily="2" charset="-122"/>
                          <a:ea typeface="宋体" pitchFamily="2" charset="-122"/>
                        </a:rPr>
                        <a:t>-1</a:t>
                      </a:r>
                      <a:endParaRPr kumimoji="1" lang="en-US" altLang="zh-CN" sz="2400" b="1"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400" b="1" i="0" u="none" strike="noStrike" cap="none" normalizeH="0" baseline="0" dirty="0" smtClean="0">
                          <a:ln>
                            <a:noFill/>
                          </a:ln>
                          <a:solidFill>
                            <a:srgbClr val="000000"/>
                          </a:solidFill>
                          <a:effectLst/>
                          <a:latin typeface="宋体" pitchFamily="2" charset="-122"/>
                          <a:ea typeface="宋体" pitchFamily="2" charset="-122"/>
                        </a:rPr>
                        <a:t>-1</a:t>
                      </a:r>
                      <a:endParaRPr kumimoji="1" lang="en-US" altLang="zh-CN" sz="2400" b="1" i="0" u="none" strike="noStrike" cap="none" normalizeH="0" baseline="0" dirty="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400" b="1" i="0" u="none" strike="noStrike" cap="none" normalizeH="0" baseline="0" smtClean="0">
                          <a:ln>
                            <a:noFill/>
                          </a:ln>
                          <a:solidFill>
                            <a:srgbClr val="000000"/>
                          </a:solidFill>
                          <a:effectLst/>
                          <a:latin typeface="宋体" pitchFamily="2" charset="-122"/>
                          <a:ea typeface="宋体" pitchFamily="2" charset="-122"/>
                        </a:rPr>
                        <a:t>4</a:t>
                      </a:r>
                      <a:endParaRPr kumimoji="1" lang="en-US" altLang="zh-CN" sz="2400" b="1"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400" b="1" i="0" u="none" strike="noStrike" cap="none" normalizeH="0" baseline="0" smtClean="0">
                          <a:ln>
                            <a:noFill/>
                          </a:ln>
                          <a:solidFill>
                            <a:srgbClr val="000000"/>
                          </a:solidFill>
                          <a:effectLst/>
                          <a:latin typeface="宋体" pitchFamily="2" charset="-122"/>
                          <a:ea typeface="宋体" pitchFamily="2" charset="-122"/>
                        </a:rPr>
                        <a:t>4</a:t>
                      </a:r>
                      <a:endParaRPr kumimoji="1" lang="en-US" altLang="zh-CN" sz="2400" b="1"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400" b="1" i="0" u="none" strike="noStrike" cap="none" normalizeH="0" baseline="0" dirty="0" smtClean="0">
                          <a:ln>
                            <a:noFill/>
                          </a:ln>
                          <a:solidFill>
                            <a:srgbClr val="000000"/>
                          </a:solidFill>
                          <a:effectLst/>
                          <a:latin typeface="宋体" pitchFamily="2" charset="-122"/>
                          <a:ea typeface="宋体" pitchFamily="2" charset="-122"/>
                        </a:rPr>
                        <a:t>6</a:t>
                      </a:r>
                      <a:endParaRPr kumimoji="1" lang="en-US" altLang="zh-CN" sz="2400" b="1" i="0" u="none" strike="noStrike" cap="none" normalizeH="0" baseline="0" dirty="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0"/>
                  </a:ext>
                </a:extLst>
              </a:tr>
              <a:tr h="361855">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宋体" pitchFamily="2" charset="-122"/>
                          <a:ea typeface="宋体" pitchFamily="2" charset="-122"/>
                        </a:rPr>
                        <a:t>0</a:t>
                      </a:r>
                      <a:endParaRPr kumimoji="1"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cap="flat">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宋体" pitchFamily="2" charset="-122"/>
                          <a:ea typeface="宋体" pitchFamily="2" charset="-122"/>
                        </a:rPr>
                        <a:t>1</a:t>
                      </a:r>
                      <a:endParaRPr kumimoji="1"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宋体" pitchFamily="2" charset="-122"/>
                          <a:ea typeface="宋体" pitchFamily="2" charset="-122"/>
                        </a:rPr>
                        <a:t>2</a:t>
                      </a:r>
                      <a:endParaRPr kumimoji="1"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宋体" pitchFamily="2" charset="-122"/>
                          <a:ea typeface="宋体" pitchFamily="2" charset="-122"/>
                        </a:rPr>
                        <a:t>3</a:t>
                      </a:r>
                      <a:endParaRPr kumimoji="1"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宋体" pitchFamily="2" charset="-122"/>
                          <a:ea typeface="宋体" pitchFamily="2" charset="-122"/>
                        </a:rPr>
                        <a:t>4</a:t>
                      </a:r>
                      <a:endParaRPr kumimoji="1"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宋体" pitchFamily="2" charset="-122"/>
                          <a:ea typeface="宋体" pitchFamily="2" charset="-122"/>
                        </a:rPr>
                        <a:t>5</a:t>
                      </a:r>
                      <a:endParaRPr kumimoji="1"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宋体" pitchFamily="2" charset="-122"/>
                          <a:ea typeface="宋体" pitchFamily="2" charset="-122"/>
                        </a:rPr>
                        <a:t>6</a:t>
                      </a:r>
                      <a:endParaRPr kumimoji="1"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dirty="0" smtClean="0">
                          <a:ln>
                            <a:noFill/>
                          </a:ln>
                          <a:solidFill>
                            <a:schemeClr val="tx1"/>
                          </a:solidFill>
                          <a:effectLst/>
                          <a:latin typeface="宋体" pitchFamily="2" charset="-122"/>
                          <a:ea typeface="宋体" pitchFamily="2" charset="-122"/>
                        </a:rPr>
                        <a:t>7</a:t>
                      </a:r>
                      <a:endParaRPr kumimoji="1" lang="en-US" altLang="zh-CN" sz="2400" b="0" i="0" u="none" strike="noStrike" cap="none" normalizeH="0" baseline="0" dirty="0" smtClean="0">
                        <a:ln>
                          <a:noFill/>
                        </a:ln>
                        <a:solidFill>
                          <a:schemeClr val="tx1"/>
                        </a:solidFill>
                        <a:effectLst/>
                        <a:latin typeface="Times New Roman" pitchFamily="18" charset="0"/>
                        <a:ea typeface="宋体" pitchFamily="2" charset="-122"/>
                      </a:endParaRPr>
                    </a:p>
                  </a:txBody>
                  <a:tcPr anchor="ctr" horzOverflow="overflow">
                    <a:lnL>
                      <a:noFill/>
                    </a:lnL>
                    <a:lnR cap="flat">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2948445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Disjoint-set Operations: Quick-Find</a:t>
            </a:r>
            <a:endParaRPr lang="zh-CN" altLang="en-US" dirty="0"/>
          </a:p>
        </p:txBody>
      </p:sp>
      <p:sp>
        <p:nvSpPr>
          <p:cNvPr id="3" name="内容占位符 2"/>
          <p:cNvSpPr>
            <a:spLocks noGrp="1"/>
          </p:cNvSpPr>
          <p:nvPr>
            <p:ph idx="1"/>
          </p:nvPr>
        </p:nvSpPr>
        <p:spPr>
          <a:xfrm>
            <a:off x="476251" y="908721"/>
            <a:ext cx="11239500" cy="5214935"/>
          </a:xfrm>
        </p:spPr>
        <p:txBody>
          <a:bodyPr/>
          <a:lstStyle/>
          <a:p>
            <a:r>
              <a:rPr lang="en-US" altLang="zh-CN" dirty="0" smtClean="0"/>
              <a:t>Current</a:t>
            </a:r>
          </a:p>
          <a:p>
            <a:endParaRPr lang="en-US" altLang="zh-CN" dirty="0" smtClean="0"/>
          </a:p>
          <a:p>
            <a:endParaRPr lang="en-US" altLang="zh-CN" dirty="0" smtClean="0"/>
          </a:p>
          <a:p>
            <a:endParaRPr lang="en-US" altLang="zh-CN" dirty="0" smtClean="0"/>
          </a:p>
          <a:p>
            <a:endParaRPr lang="en-US" altLang="zh-CN" dirty="0" smtClean="0"/>
          </a:p>
          <a:p>
            <a:endParaRPr lang="en-US" altLang="zh-CN" dirty="0" smtClean="0"/>
          </a:p>
          <a:p>
            <a:r>
              <a:rPr lang="en-US" altLang="zh-CN" dirty="0" smtClean="0"/>
              <a:t>After Find(7)</a:t>
            </a:r>
            <a:endParaRPr lang="zh-CN" altLang="en-US" dirty="0"/>
          </a:p>
        </p:txBody>
      </p:sp>
      <p:grpSp>
        <p:nvGrpSpPr>
          <p:cNvPr id="4" name="组合 3"/>
          <p:cNvGrpSpPr/>
          <p:nvPr/>
        </p:nvGrpSpPr>
        <p:grpSpPr>
          <a:xfrm>
            <a:off x="2381224" y="1310723"/>
            <a:ext cx="6091040" cy="2043458"/>
            <a:chOff x="969963" y="1916113"/>
            <a:chExt cx="6192837" cy="2573792"/>
          </a:xfrm>
        </p:grpSpPr>
        <p:grpSp>
          <p:nvGrpSpPr>
            <p:cNvPr id="5" name="Group 4"/>
            <p:cNvGrpSpPr>
              <a:grpSpLocks/>
            </p:cNvGrpSpPr>
            <p:nvPr/>
          </p:nvGrpSpPr>
          <p:grpSpPr bwMode="auto">
            <a:xfrm>
              <a:off x="1835150" y="1917700"/>
              <a:ext cx="504825" cy="1276350"/>
              <a:chOff x="748" y="890"/>
              <a:chExt cx="318" cy="804"/>
            </a:xfrm>
          </p:grpSpPr>
          <p:sp>
            <p:nvSpPr>
              <p:cNvPr id="31" name="Oval 5"/>
              <p:cNvSpPr>
                <a:spLocks noChangeArrowheads="1"/>
              </p:cNvSpPr>
              <p:nvPr/>
            </p:nvSpPr>
            <p:spPr bwMode="auto">
              <a:xfrm>
                <a:off x="748" y="1298"/>
                <a:ext cx="318" cy="318"/>
              </a:xfrm>
              <a:prstGeom prst="ellipse">
                <a:avLst/>
              </a:prstGeom>
              <a:solidFill>
                <a:schemeClr val="accent1"/>
              </a:solidFill>
              <a:ln w="9525" algn="ctr">
                <a:noFill/>
                <a:round/>
                <a:headEnd/>
                <a:tailEnd/>
              </a:ln>
            </p:spPr>
            <p:txBody>
              <a:bodyPr wrap="none" anchor="ctr"/>
              <a:lstStyle/>
              <a:p>
                <a:endParaRPr lang="zh-CN" altLang="en-US"/>
              </a:p>
            </p:txBody>
          </p:sp>
          <p:sp>
            <p:nvSpPr>
              <p:cNvPr id="32" name="Text Box 6"/>
              <p:cNvSpPr txBox="1">
                <a:spLocks noChangeArrowheads="1"/>
              </p:cNvSpPr>
              <p:nvPr/>
            </p:nvSpPr>
            <p:spPr bwMode="auto">
              <a:xfrm>
                <a:off x="793" y="1328"/>
                <a:ext cx="181" cy="366"/>
              </a:xfrm>
              <a:prstGeom prst="rect">
                <a:avLst/>
              </a:prstGeom>
              <a:noFill/>
              <a:ln w="9525" algn="ctr">
                <a:noFill/>
                <a:miter lim="800000"/>
                <a:headEnd/>
                <a:tailEnd/>
              </a:ln>
            </p:spPr>
            <p:txBody>
              <a:bodyPr>
                <a:spAutoFit/>
              </a:bodyPr>
              <a:lstStyle/>
              <a:p>
                <a:pPr>
                  <a:spcBef>
                    <a:spcPct val="50000"/>
                  </a:spcBef>
                </a:pPr>
                <a:r>
                  <a:rPr lang="en-US" altLang="zh-CN" sz="2400"/>
                  <a:t>1</a:t>
                </a:r>
              </a:p>
            </p:txBody>
          </p:sp>
          <p:sp>
            <p:nvSpPr>
              <p:cNvPr id="33" name="Line 7"/>
              <p:cNvSpPr>
                <a:spLocks noChangeShapeType="1"/>
              </p:cNvSpPr>
              <p:nvPr/>
            </p:nvSpPr>
            <p:spPr bwMode="auto">
              <a:xfrm flipV="1">
                <a:off x="884" y="890"/>
                <a:ext cx="0" cy="408"/>
              </a:xfrm>
              <a:prstGeom prst="line">
                <a:avLst/>
              </a:prstGeom>
              <a:noFill/>
              <a:ln w="12700">
                <a:solidFill>
                  <a:schemeClr val="tx1"/>
                </a:solidFill>
                <a:round/>
                <a:headEnd/>
                <a:tailEnd type="triangle" w="med" len="med"/>
              </a:ln>
            </p:spPr>
            <p:txBody>
              <a:bodyPr anchor="ctr"/>
              <a:lstStyle/>
              <a:p>
                <a:endParaRPr lang="zh-CN" altLang="en-US"/>
              </a:p>
            </p:txBody>
          </p:sp>
        </p:grpSp>
        <p:grpSp>
          <p:nvGrpSpPr>
            <p:cNvPr id="6" name="Group 8"/>
            <p:cNvGrpSpPr>
              <a:grpSpLocks/>
            </p:cNvGrpSpPr>
            <p:nvPr/>
          </p:nvGrpSpPr>
          <p:grpSpPr bwMode="auto">
            <a:xfrm>
              <a:off x="2627313" y="1917700"/>
              <a:ext cx="504825" cy="1276350"/>
              <a:chOff x="748" y="890"/>
              <a:chExt cx="318" cy="804"/>
            </a:xfrm>
          </p:grpSpPr>
          <p:sp>
            <p:nvSpPr>
              <p:cNvPr id="28" name="Oval 9"/>
              <p:cNvSpPr>
                <a:spLocks noChangeArrowheads="1"/>
              </p:cNvSpPr>
              <p:nvPr/>
            </p:nvSpPr>
            <p:spPr bwMode="auto">
              <a:xfrm>
                <a:off x="748" y="1298"/>
                <a:ext cx="318" cy="318"/>
              </a:xfrm>
              <a:prstGeom prst="ellipse">
                <a:avLst/>
              </a:prstGeom>
              <a:solidFill>
                <a:schemeClr val="accent1"/>
              </a:solidFill>
              <a:ln w="9525" algn="ctr">
                <a:noFill/>
                <a:round/>
                <a:headEnd/>
                <a:tailEnd/>
              </a:ln>
            </p:spPr>
            <p:txBody>
              <a:bodyPr wrap="none" anchor="ctr"/>
              <a:lstStyle/>
              <a:p>
                <a:endParaRPr lang="zh-CN" altLang="en-US"/>
              </a:p>
            </p:txBody>
          </p:sp>
          <p:sp>
            <p:nvSpPr>
              <p:cNvPr id="29" name="Text Box 10"/>
              <p:cNvSpPr txBox="1">
                <a:spLocks noChangeArrowheads="1"/>
              </p:cNvSpPr>
              <p:nvPr/>
            </p:nvSpPr>
            <p:spPr bwMode="auto">
              <a:xfrm>
                <a:off x="793" y="1328"/>
                <a:ext cx="181" cy="366"/>
              </a:xfrm>
              <a:prstGeom prst="rect">
                <a:avLst/>
              </a:prstGeom>
              <a:noFill/>
              <a:ln w="9525" algn="ctr">
                <a:noFill/>
                <a:miter lim="800000"/>
                <a:headEnd/>
                <a:tailEnd/>
              </a:ln>
            </p:spPr>
            <p:txBody>
              <a:bodyPr>
                <a:spAutoFit/>
              </a:bodyPr>
              <a:lstStyle/>
              <a:p>
                <a:pPr>
                  <a:spcBef>
                    <a:spcPct val="50000"/>
                  </a:spcBef>
                </a:pPr>
                <a:r>
                  <a:rPr lang="en-US" altLang="zh-CN" sz="2400"/>
                  <a:t>2</a:t>
                </a:r>
              </a:p>
            </p:txBody>
          </p:sp>
          <p:sp>
            <p:nvSpPr>
              <p:cNvPr id="30" name="Line 11"/>
              <p:cNvSpPr>
                <a:spLocks noChangeShapeType="1"/>
              </p:cNvSpPr>
              <p:nvPr/>
            </p:nvSpPr>
            <p:spPr bwMode="auto">
              <a:xfrm flipV="1">
                <a:off x="884" y="890"/>
                <a:ext cx="0" cy="408"/>
              </a:xfrm>
              <a:prstGeom prst="line">
                <a:avLst/>
              </a:prstGeom>
              <a:noFill/>
              <a:ln w="12700">
                <a:solidFill>
                  <a:schemeClr val="tx1"/>
                </a:solidFill>
                <a:round/>
                <a:headEnd/>
                <a:tailEnd type="triangle" w="med" len="med"/>
              </a:ln>
            </p:spPr>
            <p:txBody>
              <a:bodyPr anchor="ctr"/>
              <a:lstStyle/>
              <a:p>
                <a:endParaRPr lang="zh-CN" altLang="en-US"/>
              </a:p>
            </p:txBody>
          </p:sp>
        </p:grpSp>
        <p:grpSp>
          <p:nvGrpSpPr>
            <p:cNvPr id="7" name="Group 12"/>
            <p:cNvGrpSpPr>
              <a:grpSpLocks/>
            </p:cNvGrpSpPr>
            <p:nvPr/>
          </p:nvGrpSpPr>
          <p:grpSpPr bwMode="auto">
            <a:xfrm>
              <a:off x="3490913" y="1917700"/>
              <a:ext cx="504825" cy="1276350"/>
              <a:chOff x="748" y="890"/>
              <a:chExt cx="318" cy="804"/>
            </a:xfrm>
          </p:grpSpPr>
          <p:sp>
            <p:nvSpPr>
              <p:cNvPr id="25" name="Oval 13"/>
              <p:cNvSpPr>
                <a:spLocks noChangeArrowheads="1"/>
              </p:cNvSpPr>
              <p:nvPr/>
            </p:nvSpPr>
            <p:spPr bwMode="auto">
              <a:xfrm>
                <a:off x="748" y="1298"/>
                <a:ext cx="318" cy="318"/>
              </a:xfrm>
              <a:prstGeom prst="ellipse">
                <a:avLst/>
              </a:prstGeom>
              <a:solidFill>
                <a:schemeClr val="accent1"/>
              </a:solidFill>
              <a:ln w="9525" algn="ctr">
                <a:noFill/>
                <a:round/>
                <a:headEnd/>
                <a:tailEnd/>
              </a:ln>
            </p:spPr>
            <p:txBody>
              <a:bodyPr wrap="none" anchor="ctr"/>
              <a:lstStyle/>
              <a:p>
                <a:endParaRPr lang="zh-CN" altLang="en-US"/>
              </a:p>
            </p:txBody>
          </p:sp>
          <p:sp>
            <p:nvSpPr>
              <p:cNvPr id="26" name="Text Box 14"/>
              <p:cNvSpPr txBox="1">
                <a:spLocks noChangeArrowheads="1"/>
              </p:cNvSpPr>
              <p:nvPr/>
            </p:nvSpPr>
            <p:spPr bwMode="auto">
              <a:xfrm>
                <a:off x="793" y="1328"/>
                <a:ext cx="181" cy="366"/>
              </a:xfrm>
              <a:prstGeom prst="rect">
                <a:avLst/>
              </a:prstGeom>
              <a:noFill/>
              <a:ln w="9525" algn="ctr">
                <a:noFill/>
                <a:miter lim="800000"/>
                <a:headEnd/>
                <a:tailEnd/>
              </a:ln>
            </p:spPr>
            <p:txBody>
              <a:bodyPr>
                <a:spAutoFit/>
              </a:bodyPr>
              <a:lstStyle/>
              <a:p>
                <a:pPr>
                  <a:spcBef>
                    <a:spcPct val="50000"/>
                  </a:spcBef>
                </a:pPr>
                <a:r>
                  <a:rPr lang="en-US" altLang="zh-CN" sz="2400"/>
                  <a:t>3</a:t>
                </a:r>
              </a:p>
            </p:txBody>
          </p:sp>
          <p:sp>
            <p:nvSpPr>
              <p:cNvPr id="27" name="Line 15"/>
              <p:cNvSpPr>
                <a:spLocks noChangeShapeType="1"/>
              </p:cNvSpPr>
              <p:nvPr/>
            </p:nvSpPr>
            <p:spPr bwMode="auto">
              <a:xfrm flipV="1">
                <a:off x="884" y="890"/>
                <a:ext cx="0" cy="408"/>
              </a:xfrm>
              <a:prstGeom prst="line">
                <a:avLst/>
              </a:prstGeom>
              <a:noFill/>
              <a:ln w="12700">
                <a:solidFill>
                  <a:schemeClr val="tx1"/>
                </a:solidFill>
                <a:round/>
                <a:headEnd/>
                <a:tailEnd type="triangle" w="med" len="med"/>
              </a:ln>
            </p:spPr>
            <p:txBody>
              <a:bodyPr anchor="ctr"/>
              <a:lstStyle/>
              <a:p>
                <a:endParaRPr lang="zh-CN" altLang="en-US"/>
              </a:p>
            </p:txBody>
          </p:sp>
        </p:grpSp>
        <p:grpSp>
          <p:nvGrpSpPr>
            <p:cNvPr id="8" name="Group 16"/>
            <p:cNvGrpSpPr>
              <a:grpSpLocks/>
            </p:cNvGrpSpPr>
            <p:nvPr/>
          </p:nvGrpSpPr>
          <p:grpSpPr bwMode="auto">
            <a:xfrm>
              <a:off x="4284663" y="1916113"/>
              <a:ext cx="504825" cy="1276350"/>
              <a:chOff x="748" y="890"/>
              <a:chExt cx="318" cy="804"/>
            </a:xfrm>
          </p:grpSpPr>
          <p:sp>
            <p:nvSpPr>
              <p:cNvPr id="22" name="Oval 17"/>
              <p:cNvSpPr>
                <a:spLocks noChangeArrowheads="1"/>
              </p:cNvSpPr>
              <p:nvPr/>
            </p:nvSpPr>
            <p:spPr bwMode="auto">
              <a:xfrm>
                <a:off x="748" y="1298"/>
                <a:ext cx="318" cy="318"/>
              </a:xfrm>
              <a:prstGeom prst="ellipse">
                <a:avLst/>
              </a:prstGeom>
              <a:solidFill>
                <a:schemeClr val="accent1"/>
              </a:solidFill>
              <a:ln w="9525" algn="ctr">
                <a:noFill/>
                <a:round/>
                <a:headEnd/>
                <a:tailEnd/>
              </a:ln>
            </p:spPr>
            <p:txBody>
              <a:bodyPr wrap="none" anchor="ctr"/>
              <a:lstStyle/>
              <a:p>
                <a:endParaRPr lang="zh-CN" altLang="en-US"/>
              </a:p>
            </p:txBody>
          </p:sp>
          <p:sp>
            <p:nvSpPr>
              <p:cNvPr id="23" name="Text Box 18"/>
              <p:cNvSpPr txBox="1">
                <a:spLocks noChangeArrowheads="1"/>
              </p:cNvSpPr>
              <p:nvPr/>
            </p:nvSpPr>
            <p:spPr bwMode="auto">
              <a:xfrm>
                <a:off x="793" y="1328"/>
                <a:ext cx="181" cy="366"/>
              </a:xfrm>
              <a:prstGeom prst="rect">
                <a:avLst/>
              </a:prstGeom>
              <a:noFill/>
              <a:ln w="9525" algn="ctr">
                <a:noFill/>
                <a:miter lim="800000"/>
                <a:headEnd/>
                <a:tailEnd/>
              </a:ln>
            </p:spPr>
            <p:txBody>
              <a:bodyPr>
                <a:spAutoFit/>
              </a:bodyPr>
              <a:lstStyle/>
              <a:p>
                <a:pPr>
                  <a:spcBef>
                    <a:spcPct val="50000"/>
                  </a:spcBef>
                </a:pPr>
                <a:r>
                  <a:rPr lang="en-US" altLang="zh-CN" sz="2400"/>
                  <a:t>4</a:t>
                </a:r>
              </a:p>
            </p:txBody>
          </p:sp>
          <p:sp>
            <p:nvSpPr>
              <p:cNvPr id="24" name="Line 19"/>
              <p:cNvSpPr>
                <a:spLocks noChangeShapeType="1"/>
              </p:cNvSpPr>
              <p:nvPr/>
            </p:nvSpPr>
            <p:spPr bwMode="auto">
              <a:xfrm flipV="1">
                <a:off x="884" y="890"/>
                <a:ext cx="0" cy="408"/>
              </a:xfrm>
              <a:prstGeom prst="line">
                <a:avLst/>
              </a:prstGeom>
              <a:noFill/>
              <a:ln w="12700">
                <a:solidFill>
                  <a:schemeClr val="tx1"/>
                </a:solidFill>
                <a:round/>
                <a:headEnd/>
                <a:tailEnd type="triangle" w="med" len="med"/>
              </a:ln>
            </p:spPr>
            <p:txBody>
              <a:bodyPr anchor="ctr"/>
              <a:lstStyle/>
              <a:p>
                <a:endParaRPr lang="zh-CN" altLang="en-US"/>
              </a:p>
            </p:txBody>
          </p:sp>
        </p:grpSp>
        <p:sp>
          <p:nvSpPr>
            <p:cNvPr id="9" name="Oval 20"/>
            <p:cNvSpPr>
              <a:spLocks noChangeArrowheads="1"/>
            </p:cNvSpPr>
            <p:nvPr/>
          </p:nvSpPr>
          <p:spPr bwMode="auto">
            <a:xfrm>
              <a:off x="5075238" y="3211513"/>
              <a:ext cx="504825" cy="504825"/>
            </a:xfrm>
            <a:prstGeom prst="ellipse">
              <a:avLst/>
            </a:prstGeom>
            <a:solidFill>
              <a:schemeClr val="accent1"/>
            </a:solidFill>
            <a:ln w="9525" algn="ctr">
              <a:noFill/>
              <a:round/>
              <a:headEnd/>
              <a:tailEnd/>
            </a:ln>
          </p:spPr>
          <p:txBody>
            <a:bodyPr wrap="none" anchor="ctr"/>
            <a:lstStyle/>
            <a:p>
              <a:endParaRPr lang="zh-CN" altLang="en-US"/>
            </a:p>
          </p:txBody>
        </p:sp>
        <p:sp>
          <p:nvSpPr>
            <p:cNvPr id="10" name="Text Box 21"/>
            <p:cNvSpPr txBox="1">
              <a:spLocks noChangeArrowheads="1"/>
            </p:cNvSpPr>
            <p:nvPr/>
          </p:nvSpPr>
          <p:spPr bwMode="auto">
            <a:xfrm>
              <a:off x="5146675" y="3259137"/>
              <a:ext cx="287338" cy="581480"/>
            </a:xfrm>
            <a:prstGeom prst="rect">
              <a:avLst/>
            </a:prstGeom>
            <a:noFill/>
            <a:ln w="9525" algn="ctr">
              <a:noFill/>
              <a:miter lim="800000"/>
              <a:headEnd/>
              <a:tailEnd/>
            </a:ln>
          </p:spPr>
          <p:txBody>
            <a:bodyPr>
              <a:spAutoFit/>
            </a:bodyPr>
            <a:lstStyle/>
            <a:p>
              <a:pPr>
                <a:spcBef>
                  <a:spcPct val="50000"/>
                </a:spcBef>
              </a:pPr>
              <a:r>
                <a:rPr lang="en-US" altLang="zh-CN" sz="2400"/>
                <a:t>5</a:t>
              </a:r>
            </a:p>
          </p:txBody>
        </p:sp>
        <p:grpSp>
          <p:nvGrpSpPr>
            <p:cNvPr id="11" name="Group 22"/>
            <p:cNvGrpSpPr>
              <a:grpSpLocks/>
            </p:cNvGrpSpPr>
            <p:nvPr/>
          </p:nvGrpSpPr>
          <p:grpSpPr bwMode="auto">
            <a:xfrm>
              <a:off x="969963" y="1917700"/>
              <a:ext cx="504825" cy="1276350"/>
              <a:chOff x="748" y="890"/>
              <a:chExt cx="318" cy="804"/>
            </a:xfrm>
          </p:grpSpPr>
          <p:sp>
            <p:nvSpPr>
              <p:cNvPr id="19" name="Oval 23"/>
              <p:cNvSpPr>
                <a:spLocks noChangeArrowheads="1"/>
              </p:cNvSpPr>
              <p:nvPr/>
            </p:nvSpPr>
            <p:spPr bwMode="auto">
              <a:xfrm>
                <a:off x="748" y="1298"/>
                <a:ext cx="318" cy="318"/>
              </a:xfrm>
              <a:prstGeom prst="ellipse">
                <a:avLst/>
              </a:prstGeom>
              <a:solidFill>
                <a:schemeClr val="accent1"/>
              </a:solidFill>
              <a:ln w="9525" algn="ctr">
                <a:noFill/>
                <a:round/>
                <a:headEnd/>
                <a:tailEnd/>
              </a:ln>
            </p:spPr>
            <p:txBody>
              <a:bodyPr wrap="none" anchor="ctr"/>
              <a:lstStyle/>
              <a:p>
                <a:endParaRPr lang="zh-CN" altLang="en-US"/>
              </a:p>
            </p:txBody>
          </p:sp>
          <p:sp>
            <p:nvSpPr>
              <p:cNvPr id="20" name="Text Box 24"/>
              <p:cNvSpPr txBox="1">
                <a:spLocks noChangeArrowheads="1"/>
              </p:cNvSpPr>
              <p:nvPr/>
            </p:nvSpPr>
            <p:spPr bwMode="auto">
              <a:xfrm>
                <a:off x="793" y="1328"/>
                <a:ext cx="181" cy="366"/>
              </a:xfrm>
              <a:prstGeom prst="rect">
                <a:avLst/>
              </a:prstGeom>
              <a:noFill/>
              <a:ln w="9525" algn="ctr">
                <a:noFill/>
                <a:miter lim="800000"/>
                <a:headEnd/>
                <a:tailEnd/>
              </a:ln>
            </p:spPr>
            <p:txBody>
              <a:bodyPr>
                <a:spAutoFit/>
              </a:bodyPr>
              <a:lstStyle/>
              <a:p>
                <a:pPr>
                  <a:spcBef>
                    <a:spcPct val="50000"/>
                  </a:spcBef>
                </a:pPr>
                <a:r>
                  <a:rPr lang="en-US" altLang="zh-CN" sz="2400"/>
                  <a:t>0</a:t>
                </a:r>
              </a:p>
            </p:txBody>
          </p:sp>
          <p:sp>
            <p:nvSpPr>
              <p:cNvPr id="21" name="Line 25"/>
              <p:cNvSpPr>
                <a:spLocks noChangeShapeType="1"/>
              </p:cNvSpPr>
              <p:nvPr/>
            </p:nvSpPr>
            <p:spPr bwMode="auto">
              <a:xfrm flipV="1">
                <a:off x="884" y="890"/>
                <a:ext cx="0" cy="408"/>
              </a:xfrm>
              <a:prstGeom prst="line">
                <a:avLst/>
              </a:prstGeom>
              <a:noFill/>
              <a:ln w="12700">
                <a:solidFill>
                  <a:schemeClr val="tx1"/>
                </a:solidFill>
                <a:round/>
                <a:headEnd/>
                <a:tailEnd type="triangle" w="med" len="med"/>
              </a:ln>
            </p:spPr>
            <p:txBody>
              <a:bodyPr anchor="ctr"/>
              <a:lstStyle/>
              <a:p>
                <a:endParaRPr lang="zh-CN" altLang="en-US"/>
              </a:p>
            </p:txBody>
          </p:sp>
        </p:grpSp>
        <p:sp>
          <p:nvSpPr>
            <p:cNvPr id="12" name="Line 57"/>
            <p:cNvSpPr>
              <a:spLocks noChangeShapeType="1"/>
            </p:cNvSpPr>
            <p:nvPr/>
          </p:nvSpPr>
          <p:spPr bwMode="auto">
            <a:xfrm flipH="1" flipV="1">
              <a:off x="4716463" y="2995613"/>
              <a:ext cx="431800" cy="287337"/>
            </a:xfrm>
            <a:prstGeom prst="line">
              <a:avLst/>
            </a:prstGeom>
            <a:noFill/>
            <a:ln w="9525">
              <a:solidFill>
                <a:schemeClr val="tx1"/>
              </a:solidFill>
              <a:round/>
              <a:headEnd/>
              <a:tailEnd type="triangle" w="med" len="med"/>
            </a:ln>
          </p:spPr>
          <p:txBody>
            <a:bodyPr anchor="ctr"/>
            <a:lstStyle/>
            <a:p>
              <a:endParaRPr lang="zh-CN" altLang="en-US"/>
            </a:p>
          </p:txBody>
        </p:sp>
        <p:sp>
          <p:nvSpPr>
            <p:cNvPr id="13" name="Oval 59"/>
            <p:cNvSpPr>
              <a:spLocks noChangeArrowheads="1"/>
            </p:cNvSpPr>
            <p:nvPr/>
          </p:nvSpPr>
          <p:spPr bwMode="auto">
            <a:xfrm>
              <a:off x="5867400" y="3213100"/>
              <a:ext cx="504825" cy="504825"/>
            </a:xfrm>
            <a:prstGeom prst="ellipse">
              <a:avLst/>
            </a:prstGeom>
            <a:solidFill>
              <a:schemeClr val="accent1"/>
            </a:solidFill>
            <a:ln w="9525" algn="ctr">
              <a:noFill/>
              <a:round/>
              <a:headEnd/>
              <a:tailEnd/>
            </a:ln>
          </p:spPr>
          <p:txBody>
            <a:bodyPr wrap="none" anchor="ctr"/>
            <a:lstStyle/>
            <a:p>
              <a:endParaRPr lang="zh-CN" altLang="en-US"/>
            </a:p>
          </p:txBody>
        </p:sp>
        <p:sp>
          <p:nvSpPr>
            <p:cNvPr id="14" name="Text Box 60"/>
            <p:cNvSpPr txBox="1">
              <a:spLocks noChangeArrowheads="1"/>
            </p:cNvSpPr>
            <p:nvPr/>
          </p:nvSpPr>
          <p:spPr bwMode="auto">
            <a:xfrm>
              <a:off x="5938838" y="3260724"/>
              <a:ext cx="287337" cy="581480"/>
            </a:xfrm>
            <a:prstGeom prst="rect">
              <a:avLst/>
            </a:prstGeom>
            <a:noFill/>
            <a:ln w="9525" algn="ctr">
              <a:noFill/>
              <a:miter lim="800000"/>
              <a:headEnd/>
              <a:tailEnd/>
            </a:ln>
          </p:spPr>
          <p:txBody>
            <a:bodyPr>
              <a:spAutoFit/>
            </a:bodyPr>
            <a:lstStyle/>
            <a:p>
              <a:pPr>
                <a:spcBef>
                  <a:spcPct val="50000"/>
                </a:spcBef>
              </a:pPr>
              <a:r>
                <a:rPr lang="en-US" altLang="zh-CN" sz="2400"/>
                <a:t>6</a:t>
              </a:r>
            </a:p>
          </p:txBody>
        </p:sp>
        <p:sp>
          <p:nvSpPr>
            <p:cNvPr id="15" name="Oval 62"/>
            <p:cNvSpPr>
              <a:spLocks noChangeArrowheads="1"/>
            </p:cNvSpPr>
            <p:nvPr/>
          </p:nvSpPr>
          <p:spPr bwMode="auto">
            <a:xfrm>
              <a:off x="6657975" y="3860800"/>
              <a:ext cx="504825" cy="504825"/>
            </a:xfrm>
            <a:prstGeom prst="ellipse">
              <a:avLst/>
            </a:prstGeom>
            <a:solidFill>
              <a:schemeClr val="accent1"/>
            </a:solidFill>
            <a:ln w="9525" algn="ctr">
              <a:noFill/>
              <a:round/>
              <a:headEnd/>
              <a:tailEnd/>
            </a:ln>
          </p:spPr>
          <p:txBody>
            <a:bodyPr wrap="none" anchor="ctr"/>
            <a:lstStyle/>
            <a:p>
              <a:endParaRPr lang="zh-CN" altLang="en-US"/>
            </a:p>
          </p:txBody>
        </p:sp>
        <p:sp>
          <p:nvSpPr>
            <p:cNvPr id="16" name="Text Box 63"/>
            <p:cNvSpPr txBox="1">
              <a:spLocks noChangeArrowheads="1"/>
            </p:cNvSpPr>
            <p:nvPr/>
          </p:nvSpPr>
          <p:spPr bwMode="auto">
            <a:xfrm>
              <a:off x="6729413" y="3908425"/>
              <a:ext cx="287337" cy="581480"/>
            </a:xfrm>
            <a:prstGeom prst="rect">
              <a:avLst/>
            </a:prstGeom>
            <a:noFill/>
            <a:ln w="9525" algn="ctr">
              <a:noFill/>
              <a:miter lim="800000"/>
              <a:headEnd/>
              <a:tailEnd/>
            </a:ln>
          </p:spPr>
          <p:txBody>
            <a:bodyPr>
              <a:spAutoFit/>
            </a:bodyPr>
            <a:lstStyle/>
            <a:p>
              <a:pPr>
                <a:spcBef>
                  <a:spcPct val="50000"/>
                </a:spcBef>
              </a:pPr>
              <a:r>
                <a:rPr lang="en-US" altLang="zh-CN" sz="2400"/>
                <a:t>7</a:t>
              </a:r>
            </a:p>
          </p:txBody>
        </p:sp>
        <p:sp>
          <p:nvSpPr>
            <p:cNvPr id="17" name="Line 64"/>
            <p:cNvSpPr>
              <a:spLocks noChangeShapeType="1"/>
            </p:cNvSpPr>
            <p:nvPr/>
          </p:nvSpPr>
          <p:spPr bwMode="auto">
            <a:xfrm flipH="1" flipV="1">
              <a:off x="6299200" y="3644900"/>
              <a:ext cx="431800" cy="287338"/>
            </a:xfrm>
            <a:prstGeom prst="line">
              <a:avLst/>
            </a:prstGeom>
            <a:noFill/>
            <a:ln w="9525">
              <a:solidFill>
                <a:schemeClr val="tx1"/>
              </a:solidFill>
              <a:round/>
              <a:headEnd/>
              <a:tailEnd type="triangle" w="med" len="med"/>
            </a:ln>
          </p:spPr>
          <p:txBody>
            <a:bodyPr anchor="ctr"/>
            <a:lstStyle/>
            <a:p>
              <a:endParaRPr lang="zh-CN" altLang="en-US"/>
            </a:p>
          </p:txBody>
        </p:sp>
        <p:sp>
          <p:nvSpPr>
            <p:cNvPr id="18" name="Line 65"/>
            <p:cNvSpPr>
              <a:spLocks noChangeShapeType="1"/>
            </p:cNvSpPr>
            <p:nvPr/>
          </p:nvSpPr>
          <p:spPr bwMode="auto">
            <a:xfrm flipH="1" flipV="1">
              <a:off x="4787900" y="2852738"/>
              <a:ext cx="1223963" cy="431800"/>
            </a:xfrm>
            <a:prstGeom prst="line">
              <a:avLst/>
            </a:prstGeom>
            <a:noFill/>
            <a:ln w="9525">
              <a:solidFill>
                <a:schemeClr val="tx1"/>
              </a:solidFill>
              <a:round/>
              <a:headEnd/>
              <a:tailEnd type="triangle" w="med" len="med"/>
            </a:ln>
          </p:spPr>
          <p:txBody>
            <a:bodyPr anchor="ctr"/>
            <a:lstStyle/>
            <a:p>
              <a:endParaRPr lang="zh-CN" altLang="en-US"/>
            </a:p>
          </p:txBody>
        </p:sp>
      </p:grpSp>
      <p:graphicFrame>
        <p:nvGraphicFramePr>
          <p:cNvPr id="34" name="Group 26"/>
          <p:cNvGraphicFramePr>
            <a:graphicFrameLocks noGrp="1"/>
          </p:cNvGraphicFramePr>
          <p:nvPr>
            <p:extLst/>
          </p:nvPr>
        </p:nvGraphicFramePr>
        <p:xfrm>
          <a:off x="2238348" y="2853262"/>
          <a:ext cx="5312684" cy="866110"/>
        </p:xfrm>
        <a:graphic>
          <a:graphicData uri="http://schemas.openxmlformats.org/drawingml/2006/table">
            <a:tbl>
              <a:tblPr/>
              <a:tblGrid>
                <a:gridCol w="663905">
                  <a:extLst>
                    <a:ext uri="{9D8B030D-6E8A-4147-A177-3AD203B41FA5}">
                      <a16:colId xmlns:a16="http://schemas.microsoft.com/office/drawing/2014/main" val="20000"/>
                    </a:ext>
                  </a:extLst>
                </a:gridCol>
                <a:gridCol w="663905">
                  <a:extLst>
                    <a:ext uri="{9D8B030D-6E8A-4147-A177-3AD203B41FA5}">
                      <a16:colId xmlns:a16="http://schemas.microsoft.com/office/drawing/2014/main" val="20001"/>
                    </a:ext>
                  </a:extLst>
                </a:gridCol>
                <a:gridCol w="663905">
                  <a:extLst>
                    <a:ext uri="{9D8B030D-6E8A-4147-A177-3AD203B41FA5}">
                      <a16:colId xmlns:a16="http://schemas.microsoft.com/office/drawing/2014/main" val="20002"/>
                    </a:ext>
                  </a:extLst>
                </a:gridCol>
                <a:gridCol w="665349">
                  <a:extLst>
                    <a:ext uri="{9D8B030D-6E8A-4147-A177-3AD203B41FA5}">
                      <a16:colId xmlns:a16="http://schemas.microsoft.com/office/drawing/2014/main" val="20003"/>
                    </a:ext>
                  </a:extLst>
                </a:gridCol>
                <a:gridCol w="663905">
                  <a:extLst>
                    <a:ext uri="{9D8B030D-6E8A-4147-A177-3AD203B41FA5}">
                      <a16:colId xmlns:a16="http://schemas.microsoft.com/office/drawing/2014/main" val="20004"/>
                    </a:ext>
                  </a:extLst>
                </a:gridCol>
                <a:gridCol w="663905">
                  <a:extLst>
                    <a:ext uri="{9D8B030D-6E8A-4147-A177-3AD203B41FA5}">
                      <a16:colId xmlns:a16="http://schemas.microsoft.com/office/drawing/2014/main" val="20005"/>
                    </a:ext>
                  </a:extLst>
                </a:gridCol>
                <a:gridCol w="663905">
                  <a:extLst>
                    <a:ext uri="{9D8B030D-6E8A-4147-A177-3AD203B41FA5}">
                      <a16:colId xmlns:a16="http://schemas.microsoft.com/office/drawing/2014/main" val="20006"/>
                    </a:ext>
                  </a:extLst>
                </a:gridCol>
                <a:gridCol w="663905">
                  <a:extLst>
                    <a:ext uri="{9D8B030D-6E8A-4147-A177-3AD203B41FA5}">
                      <a16:colId xmlns:a16="http://schemas.microsoft.com/office/drawing/2014/main" val="20007"/>
                    </a:ext>
                  </a:extLst>
                </a:gridCol>
              </a:tblGrid>
              <a:tr h="469870">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400" b="1" i="0" u="none" strike="noStrike" cap="none" normalizeH="0" baseline="0" dirty="0" smtClean="0">
                          <a:ln>
                            <a:noFill/>
                          </a:ln>
                          <a:solidFill>
                            <a:srgbClr val="000000"/>
                          </a:solidFill>
                          <a:effectLst/>
                          <a:latin typeface="宋体" pitchFamily="2" charset="-122"/>
                          <a:ea typeface="宋体" pitchFamily="2" charset="-122"/>
                        </a:rPr>
                        <a:t>-1</a:t>
                      </a:r>
                      <a:endParaRPr kumimoji="1" lang="en-US" altLang="zh-CN" sz="2400" b="1" i="0" u="none" strike="noStrike" cap="none" normalizeH="0" baseline="0" dirty="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400" b="1" i="0" u="none" strike="noStrike" cap="none" normalizeH="0" baseline="0" smtClean="0">
                          <a:ln>
                            <a:noFill/>
                          </a:ln>
                          <a:solidFill>
                            <a:srgbClr val="000000"/>
                          </a:solidFill>
                          <a:effectLst/>
                          <a:latin typeface="宋体" pitchFamily="2" charset="-122"/>
                          <a:ea typeface="宋体" pitchFamily="2" charset="-122"/>
                        </a:rPr>
                        <a:t>-1</a:t>
                      </a:r>
                      <a:endParaRPr kumimoji="1" lang="en-US" altLang="zh-CN" sz="2400" b="1"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400" b="1" i="0" u="none" strike="noStrike" cap="none" normalizeH="0" baseline="0" smtClean="0">
                          <a:ln>
                            <a:noFill/>
                          </a:ln>
                          <a:solidFill>
                            <a:srgbClr val="000000"/>
                          </a:solidFill>
                          <a:effectLst/>
                          <a:latin typeface="宋体" pitchFamily="2" charset="-122"/>
                          <a:ea typeface="宋体" pitchFamily="2" charset="-122"/>
                        </a:rPr>
                        <a:t>-1</a:t>
                      </a:r>
                      <a:endParaRPr kumimoji="1" lang="en-US" altLang="zh-CN" sz="2400" b="1"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400" b="1" i="0" u="none" strike="noStrike" cap="none" normalizeH="0" baseline="0" smtClean="0">
                          <a:ln>
                            <a:noFill/>
                          </a:ln>
                          <a:solidFill>
                            <a:srgbClr val="000000"/>
                          </a:solidFill>
                          <a:effectLst/>
                          <a:latin typeface="宋体" pitchFamily="2" charset="-122"/>
                          <a:ea typeface="宋体" pitchFamily="2" charset="-122"/>
                        </a:rPr>
                        <a:t>-1</a:t>
                      </a:r>
                      <a:endParaRPr kumimoji="1" lang="en-US" altLang="zh-CN" sz="2400" b="1"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400" b="1" i="0" u="none" strike="noStrike" cap="none" normalizeH="0" baseline="0" dirty="0" smtClean="0">
                          <a:ln>
                            <a:noFill/>
                          </a:ln>
                          <a:solidFill>
                            <a:srgbClr val="000000"/>
                          </a:solidFill>
                          <a:effectLst/>
                          <a:latin typeface="宋体" pitchFamily="2" charset="-122"/>
                          <a:ea typeface="宋体" pitchFamily="2" charset="-122"/>
                        </a:rPr>
                        <a:t>-1</a:t>
                      </a:r>
                      <a:endParaRPr kumimoji="1" lang="en-US" altLang="zh-CN" sz="2400" b="1" i="0" u="none" strike="noStrike" cap="none" normalizeH="0" baseline="0" dirty="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400" b="1" i="0" u="none" strike="noStrike" cap="none" normalizeH="0" baseline="0" dirty="0" smtClean="0">
                          <a:ln>
                            <a:noFill/>
                          </a:ln>
                          <a:solidFill>
                            <a:srgbClr val="000000"/>
                          </a:solidFill>
                          <a:effectLst/>
                          <a:latin typeface="宋体" pitchFamily="2" charset="-122"/>
                          <a:ea typeface="宋体" pitchFamily="2" charset="-122"/>
                        </a:rPr>
                        <a:t>4</a:t>
                      </a:r>
                      <a:endParaRPr kumimoji="1" lang="en-US" altLang="zh-CN" sz="2400" b="1" i="0" u="none" strike="noStrike" cap="none" normalizeH="0" baseline="0" dirty="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400" b="1" i="0" u="none" strike="noStrike" cap="none" normalizeH="0" baseline="0" smtClean="0">
                          <a:ln>
                            <a:noFill/>
                          </a:ln>
                          <a:solidFill>
                            <a:srgbClr val="000000"/>
                          </a:solidFill>
                          <a:effectLst/>
                          <a:latin typeface="宋体" pitchFamily="2" charset="-122"/>
                          <a:ea typeface="宋体" pitchFamily="2" charset="-122"/>
                        </a:rPr>
                        <a:t>4</a:t>
                      </a:r>
                      <a:endParaRPr kumimoji="1" lang="en-US" altLang="zh-CN" sz="2400" b="1"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400" b="1" i="0" u="none" strike="noStrike" cap="none" normalizeH="0" baseline="0" dirty="0" smtClean="0">
                          <a:ln>
                            <a:noFill/>
                          </a:ln>
                          <a:solidFill>
                            <a:srgbClr val="000000"/>
                          </a:solidFill>
                          <a:effectLst/>
                          <a:latin typeface="宋体" pitchFamily="2" charset="-122"/>
                          <a:ea typeface="宋体" pitchFamily="2" charset="-122"/>
                        </a:rPr>
                        <a:t>6</a:t>
                      </a:r>
                      <a:endParaRPr kumimoji="1" lang="en-US" altLang="zh-CN" sz="2400" b="1" i="0" u="none" strike="noStrike" cap="none" normalizeH="0" baseline="0" dirty="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0"/>
                  </a:ext>
                </a:extLst>
              </a:tr>
              <a:tr h="345074">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dirty="0" smtClean="0">
                          <a:ln>
                            <a:noFill/>
                          </a:ln>
                          <a:solidFill>
                            <a:schemeClr val="tx1"/>
                          </a:solidFill>
                          <a:effectLst/>
                          <a:latin typeface="宋体" pitchFamily="2" charset="-122"/>
                          <a:ea typeface="宋体" pitchFamily="2" charset="-122"/>
                        </a:rPr>
                        <a:t>0</a:t>
                      </a:r>
                      <a:endParaRPr kumimoji="1" lang="en-US" altLang="zh-CN" sz="2400" b="0" i="0" u="none" strike="noStrike" cap="none" normalizeH="0" baseline="0" dirty="0" smtClean="0">
                        <a:ln>
                          <a:noFill/>
                        </a:ln>
                        <a:solidFill>
                          <a:schemeClr val="tx1"/>
                        </a:solidFill>
                        <a:effectLst/>
                        <a:latin typeface="Times New Roman" pitchFamily="18" charset="0"/>
                        <a:ea typeface="宋体" pitchFamily="2" charset="-122"/>
                      </a:endParaRPr>
                    </a:p>
                  </a:txBody>
                  <a:tcPr anchor="ctr" horzOverflow="overflow">
                    <a:lnL cap="flat">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宋体" pitchFamily="2" charset="-122"/>
                          <a:ea typeface="宋体" pitchFamily="2" charset="-122"/>
                        </a:rPr>
                        <a:t>1</a:t>
                      </a:r>
                      <a:endParaRPr kumimoji="1"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宋体" pitchFamily="2" charset="-122"/>
                          <a:ea typeface="宋体" pitchFamily="2" charset="-122"/>
                        </a:rPr>
                        <a:t>2</a:t>
                      </a:r>
                      <a:endParaRPr kumimoji="1"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宋体" pitchFamily="2" charset="-122"/>
                          <a:ea typeface="宋体" pitchFamily="2" charset="-122"/>
                        </a:rPr>
                        <a:t>3</a:t>
                      </a:r>
                      <a:endParaRPr kumimoji="1"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宋体" pitchFamily="2" charset="-122"/>
                          <a:ea typeface="宋体" pitchFamily="2" charset="-122"/>
                        </a:rPr>
                        <a:t>4</a:t>
                      </a:r>
                      <a:endParaRPr kumimoji="1"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宋体" pitchFamily="2" charset="-122"/>
                          <a:ea typeface="宋体" pitchFamily="2" charset="-122"/>
                        </a:rPr>
                        <a:t>5</a:t>
                      </a:r>
                      <a:endParaRPr kumimoji="1"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宋体" pitchFamily="2" charset="-122"/>
                          <a:ea typeface="宋体" pitchFamily="2" charset="-122"/>
                        </a:rPr>
                        <a:t>6</a:t>
                      </a:r>
                      <a:endParaRPr kumimoji="1"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dirty="0" smtClean="0">
                          <a:ln>
                            <a:noFill/>
                          </a:ln>
                          <a:solidFill>
                            <a:schemeClr val="tx1"/>
                          </a:solidFill>
                          <a:effectLst/>
                          <a:latin typeface="宋体" pitchFamily="2" charset="-122"/>
                          <a:ea typeface="宋体" pitchFamily="2" charset="-122"/>
                        </a:rPr>
                        <a:t>7</a:t>
                      </a:r>
                      <a:endParaRPr kumimoji="1" lang="en-US" altLang="zh-CN" sz="2400" b="0" i="0" u="none" strike="noStrike" cap="none" normalizeH="0" baseline="0" dirty="0" smtClean="0">
                        <a:ln>
                          <a:noFill/>
                        </a:ln>
                        <a:solidFill>
                          <a:schemeClr val="tx1"/>
                        </a:solidFill>
                        <a:effectLst/>
                        <a:latin typeface="Times New Roman" pitchFamily="18" charset="0"/>
                        <a:ea typeface="宋体" pitchFamily="2" charset="-122"/>
                      </a:endParaRPr>
                    </a:p>
                  </a:txBody>
                  <a:tcPr anchor="ctr" horzOverflow="overflow">
                    <a:lnL>
                      <a:noFill/>
                    </a:lnL>
                    <a:lnR cap="flat">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7" name="Group 26"/>
          <p:cNvGraphicFramePr>
            <a:graphicFrameLocks noGrp="1"/>
          </p:cNvGraphicFramePr>
          <p:nvPr>
            <p:extLst/>
          </p:nvPr>
        </p:nvGraphicFramePr>
        <p:xfrm>
          <a:off x="2309788" y="5596477"/>
          <a:ext cx="5313075" cy="888828"/>
        </p:xfrm>
        <a:graphic>
          <a:graphicData uri="http://schemas.openxmlformats.org/drawingml/2006/table">
            <a:tbl>
              <a:tblPr/>
              <a:tblGrid>
                <a:gridCol w="663954">
                  <a:extLst>
                    <a:ext uri="{9D8B030D-6E8A-4147-A177-3AD203B41FA5}">
                      <a16:colId xmlns:a16="http://schemas.microsoft.com/office/drawing/2014/main" val="20000"/>
                    </a:ext>
                  </a:extLst>
                </a:gridCol>
                <a:gridCol w="663954">
                  <a:extLst>
                    <a:ext uri="{9D8B030D-6E8A-4147-A177-3AD203B41FA5}">
                      <a16:colId xmlns:a16="http://schemas.microsoft.com/office/drawing/2014/main" val="20001"/>
                    </a:ext>
                  </a:extLst>
                </a:gridCol>
                <a:gridCol w="663954">
                  <a:extLst>
                    <a:ext uri="{9D8B030D-6E8A-4147-A177-3AD203B41FA5}">
                      <a16:colId xmlns:a16="http://schemas.microsoft.com/office/drawing/2014/main" val="20002"/>
                    </a:ext>
                  </a:extLst>
                </a:gridCol>
                <a:gridCol w="665397">
                  <a:extLst>
                    <a:ext uri="{9D8B030D-6E8A-4147-A177-3AD203B41FA5}">
                      <a16:colId xmlns:a16="http://schemas.microsoft.com/office/drawing/2014/main" val="20003"/>
                    </a:ext>
                  </a:extLst>
                </a:gridCol>
                <a:gridCol w="663954">
                  <a:extLst>
                    <a:ext uri="{9D8B030D-6E8A-4147-A177-3AD203B41FA5}">
                      <a16:colId xmlns:a16="http://schemas.microsoft.com/office/drawing/2014/main" val="20004"/>
                    </a:ext>
                  </a:extLst>
                </a:gridCol>
                <a:gridCol w="663954">
                  <a:extLst>
                    <a:ext uri="{9D8B030D-6E8A-4147-A177-3AD203B41FA5}">
                      <a16:colId xmlns:a16="http://schemas.microsoft.com/office/drawing/2014/main" val="20005"/>
                    </a:ext>
                  </a:extLst>
                </a:gridCol>
                <a:gridCol w="663954">
                  <a:extLst>
                    <a:ext uri="{9D8B030D-6E8A-4147-A177-3AD203B41FA5}">
                      <a16:colId xmlns:a16="http://schemas.microsoft.com/office/drawing/2014/main" val="20006"/>
                    </a:ext>
                  </a:extLst>
                </a:gridCol>
                <a:gridCol w="663954">
                  <a:extLst>
                    <a:ext uri="{9D8B030D-6E8A-4147-A177-3AD203B41FA5}">
                      <a16:colId xmlns:a16="http://schemas.microsoft.com/office/drawing/2014/main" val="20007"/>
                    </a:ext>
                  </a:extLst>
                </a:gridCol>
              </a:tblGrid>
              <a:tr h="492588">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400" b="1" i="0" u="none" strike="noStrike" cap="none" normalizeH="0" baseline="0" dirty="0" smtClean="0">
                          <a:ln>
                            <a:noFill/>
                          </a:ln>
                          <a:solidFill>
                            <a:srgbClr val="000000"/>
                          </a:solidFill>
                          <a:effectLst/>
                          <a:latin typeface="宋体" pitchFamily="2" charset="-122"/>
                          <a:ea typeface="宋体" pitchFamily="2" charset="-122"/>
                        </a:rPr>
                        <a:t>-1</a:t>
                      </a:r>
                      <a:endParaRPr kumimoji="1" lang="en-US" altLang="zh-CN" sz="2400" b="1" i="0" u="none" strike="noStrike" cap="none" normalizeH="0" baseline="0" dirty="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400" b="1" i="0" u="none" strike="noStrike" cap="none" normalizeH="0" baseline="0" dirty="0" smtClean="0">
                          <a:ln>
                            <a:noFill/>
                          </a:ln>
                          <a:solidFill>
                            <a:srgbClr val="000000"/>
                          </a:solidFill>
                          <a:effectLst/>
                          <a:latin typeface="宋体" pitchFamily="2" charset="-122"/>
                          <a:ea typeface="宋体" pitchFamily="2" charset="-122"/>
                        </a:rPr>
                        <a:t>-1</a:t>
                      </a:r>
                      <a:endParaRPr kumimoji="1" lang="en-US" altLang="zh-CN" sz="2400" b="1" i="0" u="none" strike="noStrike" cap="none" normalizeH="0" baseline="0" dirty="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400" b="1" i="0" u="none" strike="noStrike" cap="none" normalizeH="0" baseline="0" dirty="0" smtClean="0">
                          <a:ln>
                            <a:noFill/>
                          </a:ln>
                          <a:solidFill>
                            <a:srgbClr val="000000"/>
                          </a:solidFill>
                          <a:effectLst/>
                          <a:latin typeface="宋体" pitchFamily="2" charset="-122"/>
                          <a:ea typeface="宋体" pitchFamily="2" charset="-122"/>
                        </a:rPr>
                        <a:t>-1</a:t>
                      </a:r>
                      <a:endParaRPr kumimoji="1" lang="en-US" altLang="zh-CN" sz="2400" b="1" i="0" u="none" strike="noStrike" cap="none" normalizeH="0" baseline="0" dirty="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400" b="1" i="0" u="none" strike="noStrike" cap="none" normalizeH="0" baseline="0" dirty="0" smtClean="0">
                          <a:ln>
                            <a:noFill/>
                          </a:ln>
                          <a:solidFill>
                            <a:srgbClr val="000000"/>
                          </a:solidFill>
                          <a:effectLst/>
                          <a:latin typeface="宋体" pitchFamily="2" charset="-122"/>
                          <a:ea typeface="宋体" pitchFamily="2" charset="-122"/>
                        </a:rPr>
                        <a:t>-1</a:t>
                      </a:r>
                      <a:endParaRPr kumimoji="1" lang="en-US" altLang="zh-CN" sz="2400" b="1" i="0" u="none" strike="noStrike" cap="none" normalizeH="0" baseline="0" dirty="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400" b="1" i="0" u="none" strike="noStrike" cap="none" normalizeH="0" baseline="0" dirty="0" smtClean="0">
                          <a:ln>
                            <a:noFill/>
                          </a:ln>
                          <a:solidFill>
                            <a:srgbClr val="000000"/>
                          </a:solidFill>
                          <a:effectLst/>
                          <a:latin typeface="宋体" pitchFamily="2" charset="-122"/>
                          <a:ea typeface="宋体" pitchFamily="2" charset="-122"/>
                        </a:rPr>
                        <a:t>-1</a:t>
                      </a:r>
                      <a:endParaRPr kumimoji="1" lang="en-US" altLang="zh-CN" sz="2400" b="1" i="0" u="none" strike="noStrike" cap="none" normalizeH="0" baseline="0" dirty="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400" b="1" i="0" u="none" strike="noStrike" cap="none" normalizeH="0" baseline="0" smtClean="0">
                          <a:ln>
                            <a:noFill/>
                          </a:ln>
                          <a:solidFill>
                            <a:srgbClr val="000000"/>
                          </a:solidFill>
                          <a:effectLst/>
                          <a:latin typeface="宋体" pitchFamily="2" charset="-122"/>
                          <a:ea typeface="宋体" pitchFamily="2" charset="-122"/>
                        </a:rPr>
                        <a:t>4</a:t>
                      </a:r>
                      <a:endParaRPr kumimoji="1" lang="en-US" altLang="zh-CN" sz="2400" b="1"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400" b="1" i="0" u="none" strike="noStrike" cap="none" normalizeH="0" baseline="0" smtClean="0">
                          <a:ln>
                            <a:noFill/>
                          </a:ln>
                          <a:solidFill>
                            <a:srgbClr val="000000"/>
                          </a:solidFill>
                          <a:effectLst/>
                          <a:latin typeface="宋体" pitchFamily="2" charset="-122"/>
                          <a:ea typeface="宋体" pitchFamily="2" charset="-122"/>
                        </a:rPr>
                        <a:t>4</a:t>
                      </a:r>
                      <a:endParaRPr kumimoji="1" lang="en-US" altLang="zh-CN" sz="2400" b="1"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400" b="1" i="0" u="none" strike="noStrike" cap="none" normalizeH="0" baseline="0" smtClean="0">
                          <a:ln>
                            <a:noFill/>
                          </a:ln>
                          <a:solidFill>
                            <a:srgbClr val="000000"/>
                          </a:solidFill>
                          <a:effectLst/>
                          <a:latin typeface="宋体" pitchFamily="2" charset="-122"/>
                          <a:ea typeface="宋体" pitchFamily="2" charset="-122"/>
                        </a:rPr>
                        <a:t>4</a:t>
                      </a:r>
                      <a:endParaRPr kumimoji="1" lang="en-US" altLang="zh-CN" sz="2400" b="1"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0"/>
                  </a:ext>
                </a:extLst>
              </a:tr>
              <a:tr h="369792">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宋体" pitchFamily="2" charset="-122"/>
                          <a:ea typeface="宋体" pitchFamily="2" charset="-122"/>
                        </a:rPr>
                        <a:t>0</a:t>
                      </a:r>
                      <a:endParaRPr kumimoji="1"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cap="flat">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宋体" pitchFamily="2" charset="-122"/>
                          <a:ea typeface="宋体" pitchFamily="2" charset="-122"/>
                        </a:rPr>
                        <a:t>1</a:t>
                      </a:r>
                      <a:endParaRPr kumimoji="1"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宋体" pitchFamily="2" charset="-122"/>
                          <a:ea typeface="宋体" pitchFamily="2" charset="-122"/>
                        </a:rPr>
                        <a:t>2</a:t>
                      </a:r>
                      <a:endParaRPr kumimoji="1"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宋体" pitchFamily="2" charset="-122"/>
                          <a:ea typeface="宋体" pitchFamily="2" charset="-122"/>
                        </a:rPr>
                        <a:t>3</a:t>
                      </a:r>
                      <a:endParaRPr kumimoji="1"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宋体" pitchFamily="2" charset="-122"/>
                          <a:ea typeface="宋体" pitchFamily="2" charset="-122"/>
                        </a:rPr>
                        <a:t>4</a:t>
                      </a:r>
                      <a:endParaRPr kumimoji="1"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宋体" pitchFamily="2" charset="-122"/>
                          <a:ea typeface="宋体" pitchFamily="2" charset="-122"/>
                        </a:rPr>
                        <a:t>5</a:t>
                      </a:r>
                      <a:endParaRPr kumimoji="1"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宋体" pitchFamily="2" charset="-122"/>
                          <a:ea typeface="宋体" pitchFamily="2" charset="-122"/>
                        </a:rPr>
                        <a:t>6</a:t>
                      </a:r>
                      <a:endParaRPr kumimoji="1"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dirty="0" smtClean="0">
                          <a:ln>
                            <a:noFill/>
                          </a:ln>
                          <a:solidFill>
                            <a:schemeClr val="tx1"/>
                          </a:solidFill>
                          <a:effectLst/>
                          <a:latin typeface="宋体" pitchFamily="2" charset="-122"/>
                          <a:ea typeface="宋体" pitchFamily="2" charset="-122"/>
                        </a:rPr>
                        <a:t>7</a:t>
                      </a:r>
                      <a:endParaRPr kumimoji="1" lang="en-US" altLang="zh-CN" sz="2400" b="0" i="0" u="none" strike="noStrike" cap="none" normalizeH="0" baseline="0" dirty="0" smtClean="0">
                        <a:ln>
                          <a:noFill/>
                        </a:ln>
                        <a:solidFill>
                          <a:schemeClr val="tx1"/>
                        </a:solidFill>
                        <a:effectLst/>
                        <a:latin typeface="Times New Roman" pitchFamily="18" charset="0"/>
                        <a:ea typeface="宋体" pitchFamily="2" charset="-122"/>
                      </a:endParaRPr>
                    </a:p>
                  </a:txBody>
                  <a:tcPr anchor="ctr" horzOverflow="overflow">
                    <a:lnL>
                      <a:noFill/>
                    </a:lnL>
                    <a:lnR cap="flat">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1"/>
                  </a:ext>
                </a:extLst>
              </a:tr>
            </a:tbl>
          </a:graphicData>
        </a:graphic>
      </p:graphicFrame>
      <p:grpSp>
        <p:nvGrpSpPr>
          <p:cNvPr id="35" name="组合 64"/>
          <p:cNvGrpSpPr/>
          <p:nvPr/>
        </p:nvGrpSpPr>
        <p:grpSpPr>
          <a:xfrm>
            <a:off x="2381224" y="4023438"/>
            <a:ext cx="6163552" cy="1563135"/>
            <a:chOff x="969963" y="1916114"/>
            <a:chExt cx="6192837" cy="1910439"/>
          </a:xfrm>
        </p:grpSpPr>
        <p:grpSp>
          <p:nvGrpSpPr>
            <p:cNvPr id="39" name="Group 4"/>
            <p:cNvGrpSpPr>
              <a:grpSpLocks/>
            </p:cNvGrpSpPr>
            <p:nvPr/>
          </p:nvGrpSpPr>
          <p:grpSpPr bwMode="auto">
            <a:xfrm>
              <a:off x="1835150" y="1917701"/>
              <a:ext cx="504825" cy="1258888"/>
              <a:chOff x="748" y="890"/>
              <a:chExt cx="318" cy="793"/>
            </a:xfrm>
          </p:grpSpPr>
          <p:sp>
            <p:nvSpPr>
              <p:cNvPr id="36" name="Oval 5"/>
              <p:cNvSpPr>
                <a:spLocks noChangeArrowheads="1"/>
              </p:cNvSpPr>
              <p:nvPr/>
            </p:nvSpPr>
            <p:spPr bwMode="auto">
              <a:xfrm>
                <a:off x="748" y="1298"/>
                <a:ext cx="318" cy="318"/>
              </a:xfrm>
              <a:prstGeom prst="ellipse">
                <a:avLst/>
              </a:prstGeom>
              <a:solidFill>
                <a:schemeClr val="accent1"/>
              </a:solidFill>
              <a:ln w="9525" algn="ctr">
                <a:noFill/>
                <a:round/>
                <a:headEnd/>
                <a:tailEnd/>
              </a:ln>
            </p:spPr>
            <p:txBody>
              <a:bodyPr wrap="none" anchor="ctr"/>
              <a:lstStyle/>
              <a:p>
                <a:endParaRPr lang="zh-CN" altLang="en-US"/>
              </a:p>
            </p:txBody>
          </p:sp>
          <p:sp>
            <p:nvSpPr>
              <p:cNvPr id="37" name="Text Box 6"/>
              <p:cNvSpPr txBox="1">
                <a:spLocks noChangeArrowheads="1"/>
              </p:cNvSpPr>
              <p:nvPr/>
            </p:nvSpPr>
            <p:spPr bwMode="auto">
              <a:xfrm>
                <a:off x="793" y="1328"/>
                <a:ext cx="181" cy="355"/>
              </a:xfrm>
              <a:prstGeom prst="rect">
                <a:avLst/>
              </a:prstGeom>
              <a:noFill/>
              <a:ln w="9525" algn="ctr">
                <a:noFill/>
                <a:miter lim="800000"/>
                <a:headEnd/>
                <a:tailEnd/>
              </a:ln>
            </p:spPr>
            <p:txBody>
              <a:bodyPr>
                <a:spAutoFit/>
              </a:bodyPr>
              <a:lstStyle/>
              <a:p>
                <a:pPr>
                  <a:spcBef>
                    <a:spcPct val="50000"/>
                  </a:spcBef>
                </a:pPr>
                <a:r>
                  <a:rPr lang="en-US" altLang="zh-CN" sz="2400"/>
                  <a:t>1</a:t>
                </a:r>
              </a:p>
            </p:txBody>
          </p:sp>
          <p:sp>
            <p:nvSpPr>
              <p:cNvPr id="38" name="Line 7"/>
              <p:cNvSpPr>
                <a:spLocks noChangeShapeType="1"/>
              </p:cNvSpPr>
              <p:nvPr/>
            </p:nvSpPr>
            <p:spPr bwMode="auto">
              <a:xfrm flipV="1">
                <a:off x="884" y="890"/>
                <a:ext cx="0" cy="408"/>
              </a:xfrm>
              <a:prstGeom prst="line">
                <a:avLst/>
              </a:prstGeom>
              <a:noFill/>
              <a:ln w="12700">
                <a:solidFill>
                  <a:schemeClr val="tx1"/>
                </a:solidFill>
                <a:round/>
                <a:headEnd/>
                <a:tailEnd type="triangle" w="med" len="med"/>
              </a:ln>
            </p:spPr>
            <p:txBody>
              <a:bodyPr anchor="ctr"/>
              <a:lstStyle/>
              <a:p>
                <a:endParaRPr lang="zh-CN" altLang="en-US"/>
              </a:p>
            </p:txBody>
          </p:sp>
        </p:grpSp>
        <p:grpSp>
          <p:nvGrpSpPr>
            <p:cNvPr id="43" name="Group 8"/>
            <p:cNvGrpSpPr>
              <a:grpSpLocks/>
            </p:cNvGrpSpPr>
            <p:nvPr/>
          </p:nvGrpSpPr>
          <p:grpSpPr bwMode="auto">
            <a:xfrm>
              <a:off x="2627313" y="1917701"/>
              <a:ext cx="504825" cy="1258888"/>
              <a:chOff x="748" y="890"/>
              <a:chExt cx="318" cy="793"/>
            </a:xfrm>
          </p:grpSpPr>
          <p:sp>
            <p:nvSpPr>
              <p:cNvPr id="40" name="Oval 9"/>
              <p:cNvSpPr>
                <a:spLocks noChangeArrowheads="1"/>
              </p:cNvSpPr>
              <p:nvPr/>
            </p:nvSpPr>
            <p:spPr bwMode="auto">
              <a:xfrm>
                <a:off x="748" y="1298"/>
                <a:ext cx="318" cy="318"/>
              </a:xfrm>
              <a:prstGeom prst="ellipse">
                <a:avLst/>
              </a:prstGeom>
              <a:solidFill>
                <a:schemeClr val="accent1"/>
              </a:solidFill>
              <a:ln w="9525" algn="ctr">
                <a:noFill/>
                <a:round/>
                <a:headEnd/>
                <a:tailEnd/>
              </a:ln>
            </p:spPr>
            <p:txBody>
              <a:bodyPr wrap="none" anchor="ctr"/>
              <a:lstStyle/>
              <a:p>
                <a:endParaRPr lang="zh-CN" altLang="en-US"/>
              </a:p>
            </p:txBody>
          </p:sp>
          <p:sp>
            <p:nvSpPr>
              <p:cNvPr id="41" name="Text Box 10"/>
              <p:cNvSpPr txBox="1">
                <a:spLocks noChangeArrowheads="1"/>
              </p:cNvSpPr>
              <p:nvPr/>
            </p:nvSpPr>
            <p:spPr bwMode="auto">
              <a:xfrm>
                <a:off x="793" y="1328"/>
                <a:ext cx="181" cy="355"/>
              </a:xfrm>
              <a:prstGeom prst="rect">
                <a:avLst/>
              </a:prstGeom>
              <a:noFill/>
              <a:ln w="9525" algn="ctr">
                <a:noFill/>
                <a:miter lim="800000"/>
                <a:headEnd/>
                <a:tailEnd/>
              </a:ln>
            </p:spPr>
            <p:txBody>
              <a:bodyPr>
                <a:spAutoFit/>
              </a:bodyPr>
              <a:lstStyle/>
              <a:p>
                <a:pPr>
                  <a:spcBef>
                    <a:spcPct val="50000"/>
                  </a:spcBef>
                </a:pPr>
                <a:r>
                  <a:rPr lang="en-US" altLang="zh-CN" sz="2400"/>
                  <a:t>2</a:t>
                </a:r>
              </a:p>
            </p:txBody>
          </p:sp>
          <p:sp>
            <p:nvSpPr>
              <p:cNvPr id="42" name="Line 11"/>
              <p:cNvSpPr>
                <a:spLocks noChangeShapeType="1"/>
              </p:cNvSpPr>
              <p:nvPr/>
            </p:nvSpPr>
            <p:spPr bwMode="auto">
              <a:xfrm flipV="1">
                <a:off x="884" y="890"/>
                <a:ext cx="0" cy="408"/>
              </a:xfrm>
              <a:prstGeom prst="line">
                <a:avLst/>
              </a:prstGeom>
              <a:noFill/>
              <a:ln w="12700">
                <a:solidFill>
                  <a:schemeClr val="tx1"/>
                </a:solidFill>
                <a:round/>
                <a:headEnd/>
                <a:tailEnd type="triangle" w="med" len="med"/>
              </a:ln>
            </p:spPr>
            <p:txBody>
              <a:bodyPr anchor="ctr"/>
              <a:lstStyle/>
              <a:p>
                <a:endParaRPr lang="zh-CN" altLang="en-US"/>
              </a:p>
            </p:txBody>
          </p:sp>
        </p:grpSp>
        <p:grpSp>
          <p:nvGrpSpPr>
            <p:cNvPr id="47" name="Group 12"/>
            <p:cNvGrpSpPr>
              <a:grpSpLocks/>
            </p:cNvGrpSpPr>
            <p:nvPr/>
          </p:nvGrpSpPr>
          <p:grpSpPr bwMode="auto">
            <a:xfrm>
              <a:off x="3490913" y="1917701"/>
              <a:ext cx="504825" cy="1258888"/>
              <a:chOff x="748" y="890"/>
              <a:chExt cx="318" cy="793"/>
            </a:xfrm>
          </p:grpSpPr>
          <p:sp>
            <p:nvSpPr>
              <p:cNvPr id="44" name="Oval 13"/>
              <p:cNvSpPr>
                <a:spLocks noChangeArrowheads="1"/>
              </p:cNvSpPr>
              <p:nvPr/>
            </p:nvSpPr>
            <p:spPr bwMode="auto">
              <a:xfrm>
                <a:off x="748" y="1298"/>
                <a:ext cx="318" cy="318"/>
              </a:xfrm>
              <a:prstGeom prst="ellipse">
                <a:avLst/>
              </a:prstGeom>
              <a:solidFill>
                <a:schemeClr val="accent1"/>
              </a:solidFill>
              <a:ln w="9525" algn="ctr">
                <a:noFill/>
                <a:round/>
                <a:headEnd/>
                <a:tailEnd/>
              </a:ln>
            </p:spPr>
            <p:txBody>
              <a:bodyPr wrap="none" anchor="ctr"/>
              <a:lstStyle/>
              <a:p>
                <a:endParaRPr lang="zh-CN" altLang="en-US"/>
              </a:p>
            </p:txBody>
          </p:sp>
          <p:sp>
            <p:nvSpPr>
              <p:cNvPr id="45" name="Text Box 14"/>
              <p:cNvSpPr txBox="1">
                <a:spLocks noChangeArrowheads="1"/>
              </p:cNvSpPr>
              <p:nvPr/>
            </p:nvSpPr>
            <p:spPr bwMode="auto">
              <a:xfrm>
                <a:off x="793" y="1328"/>
                <a:ext cx="181" cy="355"/>
              </a:xfrm>
              <a:prstGeom prst="rect">
                <a:avLst/>
              </a:prstGeom>
              <a:noFill/>
              <a:ln w="9525" algn="ctr">
                <a:noFill/>
                <a:miter lim="800000"/>
                <a:headEnd/>
                <a:tailEnd/>
              </a:ln>
            </p:spPr>
            <p:txBody>
              <a:bodyPr>
                <a:spAutoFit/>
              </a:bodyPr>
              <a:lstStyle/>
              <a:p>
                <a:pPr>
                  <a:spcBef>
                    <a:spcPct val="50000"/>
                  </a:spcBef>
                </a:pPr>
                <a:r>
                  <a:rPr lang="en-US" altLang="zh-CN" sz="2400" dirty="0"/>
                  <a:t>3</a:t>
                </a:r>
              </a:p>
            </p:txBody>
          </p:sp>
          <p:sp>
            <p:nvSpPr>
              <p:cNvPr id="46" name="Line 15"/>
              <p:cNvSpPr>
                <a:spLocks noChangeShapeType="1"/>
              </p:cNvSpPr>
              <p:nvPr/>
            </p:nvSpPr>
            <p:spPr bwMode="auto">
              <a:xfrm flipV="1">
                <a:off x="884" y="890"/>
                <a:ext cx="0" cy="408"/>
              </a:xfrm>
              <a:prstGeom prst="line">
                <a:avLst/>
              </a:prstGeom>
              <a:noFill/>
              <a:ln w="12700">
                <a:solidFill>
                  <a:schemeClr val="tx1"/>
                </a:solidFill>
                <a:round/>
                <a:headEnd/>
                <a:tailEnd type="triangle" w="med" len="med"/>
              </a:ln>
            </p:spPr>
            <p:txBody>
              <a:bodyPr anchor="ctr"/>
              <a:lstStyle/>
              <a:p>
                <a:endParaRPr lang="zh-CN" altLang="en-US"/>
              </a:p>
            </p:txBody>
          </p:sp>
        </p:grpSp>
        <p:grpSp>
          <p:nvGrpSpPr>
            <p:cNvPr id="53" name="Group 16"/>
            <p:cNvGrpSpPr>
              <a:grpSpLocks/>
            </p:cNvGrpSpPr>
            <p:nvPr/>
          </p:nvGrpSpPr>
          <p:grpSpPr bwMode="auto">
            <a:xfrm>
              <a:off x="4284663" y="1916114"/>
              <a:ext cx="504825" cy="1258888"/>
              <a:chOff x="748" y="890"/>
              <a:chExt cx="318" cy="793"/>
            </a:xfrm>
          </p:grpSpPr>
          <p:sp>
            <p:nvSpPr>
              <p:cNvPr id="48" name="Oval 17"/>
              <p:cNvSpPr>
                <a:spLocks noChangeArrowheads="1"/>
              </p:cNvSpPr>
              <p:nvPr/>
            </p:nvSpPr>
            <p:spPr bwMode="auto">
              <a:xfrm>
                <a:off x="748" y="1298"/>
                <a:ext cx="318" cy="318"/>
              </a:xfrm>
              <a:prstGeom prst="ellipse">
                <a:avLst/>
              </a:prstGeom>
              <a:solidFill>
                <a:schemeClr val="accent1"/>
              </a:solidFill>
              <a:ln w="9525" algn="ctr">
                <a:noFill/>
                <a:round/>
                <a:headEnd/>
                <a:tailEnd/>
              </a:ln>
            </p:spPr>
            <p:txBody>
              <a:bodyPr wrap="none" anchor="ctr"/>
              <a:lstStyle/>
              <a:p>
                <a:endParaRPr lang="zh-CN" altLang="en-US"/>
              </a:p>
            </p:txBody>
          </p:sp>
          <p:sp>
            <p:nvSpPr>
              <p:cNvPr id="49" name="Text Box 18"/>
              <p:cNvSpPr txBox="1">
                <a:spLocks noChangeArrowheads="1"/>
              </p:cNvSpPr>
              <p:nvPr/>
            </p:nvSpPr>
            <p:spPr bwMode="auto">
              <a:xfrm>
                <a:off x="793" y="1328"/>
                <a:ext cx="181" cy="355"/>
              </a:xfrm>
              <a:prstGeom prst="rect">
                <a:avLst/>
              </a:prstGeom>
              <a:noFill/>
              <a:ln w="9525" algn="ctr">
                <a:noFill/>
                <a:miter lim="800000"/>
                <a:headEnd/>
                <a:tailEnd/>
              </a:ln>
            </p:spPr>
            <p:txBody>
              <a:bodyPr>
                <a:spAutoFit/>
              </a:bodyPr>
              <a:lstStyle/>
              <a:p>
                <a:pPr>
                  <a:spcBef>
                    <a:spcPct val="50000"/>
                  </a:spcBef>
                </a:pPr>
                <a:r>
                  <a:rPr lang="en-US" altLang="zh-CN" sz="2400"/>
                  <a:t>4</a:t>
                </a:r>
              </a:p>
            </p:txBody>
          </p:sp>
          <p:sp>
            <p:nvSpPr>
              <p:cNvPr id="50" name="Line 19"/>
              <p:cNvSpPr>
                <a:spLocks noChangeShapeType="1"/>
              </p:cNvSpPr>
              <p:nvPr/>
            </p:nvSpPr>
            <p:spPr bwMode="auto">
              <a:xfrm flipV="1">
                <a:off x="884" y="890"/>
                <a:ext cx="0" cy="408"/>
              </a:xfrm>
              <a:prstGeom prst="line">
                <a:avLst/>
              </a:prstGeom>
              <a:noFill/>
              <a:ln w="12700">
                <a:solidFill>
                  <a:schemeClr val="tx1"/>
                </a:solidFill>
                <a:round/>
                <a:headEnd/>
                <a:tailEnd type="triangle" w="med" len="med"/>
              </a:ln>
            </p:spPr>
            <p:txBody>
              <a:bodyPr anchor="ctr"/>
              <a:lstStyle/>
              <a:p>
                <a:endParaRPr lang="zh-CN" altLang="en-US"/>
              </a:p>
            </p:txBody>
          </p:sp>
        </p:grpSp>
        <p:sp>
          <p:nvSpPr>
            <p:cNvPr id="51" name="Oval 20"/>
            <p:cNvSpPr>
              <a:spLocks noChangeArrowheads="1"/>
            </p:cNvSpPr>
            <p:nvPr/>
          </p:nvSpPr>
          <p:spPr bwMode="auto">
            <a:xfrm>
              <a:off x="5075238" y="3211513"/>
              <a:ext cx="504825" cy="504825"/>
            </a:xfrm>
            <a:prstGeom prst="ellipse">
              <a:avLst/>
            </a:prstGeom>
            <a:solidFill>
              <a:schemeClr val="accent1"/>
            </a:solidFill>
            <a:ln w="9525" algn="ctr">
              <a:noFill/>
              <a:round/>
              <a:headEnd/>
              <a:tailEnd/>
            </a:ln>
          </p:spPr>
          <p:txBody>
            <a:bodyPr wrap="none" anchor="ctr"/>
            <a:lstStyle/>
            <a:p>
              <a:endParaRPr lang="zh-CN" altLang="en-US"/>
            </a:p>
          </p:txBody>
        </p:sp>
        <p:sp>
          <p:nvSpPr>
            <p:cNvPr id="52" name="Text Box 21"/>
            <p:cNvSpPr txBox="1">
              <a:spLocks noChangeArrowheads="1"/>
            </p:cNvSpPr>
            <p:nvPr/>
          </p:nvSpPr>
          <p:spPr bwMode="auto">
            <a:xfrm>
              <a:off x="5146675" y="3259138"/>
              <a:ext cx="287338" cy="564239"/>
            </a:xfrm>
            <a:prstGeom prst="rect">
              <a:avLst/>
            </a:prstGeom>
            <a:noFill/>
            <a:ln w="9525" algn="ctr">
              <a:noFill/>
              <a:miter lim="800000"/>
              <a:headEnd/>
              <a:tailEnd/>
            </a:ln>
          </p:spPr>
          <p:txBody>
            <a:bodyPr>
              <a:spAutoFit/>
            </a:bodyPr>
            <a:lstStyle/>
            <a:p>
              <a:pPr>
                <a:spcBef>
                  <a:spcPct val="50000"/>
                </a:spcBef>
              </a:pPr>
              <a:r>
                <a:rPr lang="en-US" altLang="zh-CN" sz="2400"/>
                <a:t>5</a:t>
              </a:r>
            </a:p>
          </p:txBody>
        </p:sp>
        <p:grpSp>
          <p:nvGrpSpPr>
            <p:cNvPr id="65" name="Group 22"/>
            <p:cNvGrpSpPr>
              <a:grpSpLocks/>
            </p:cNvGrpSpPr>
            <p:nvPr/>
          </p:nvGrpSpPr>
          <p:grpSpPr bwMode="auto">
            <a:xfrm>
              <a:off x="969963" y="1917701"/>
              <a:ext cx="504825" cy="1258888"/>
              <a:chOff x="748" y="890"/>
              <a:chExt cx="318" cy="793"/>
            </a:xfrm>
          </p:grpSpPr>
          <p:sp>
            <p:nvSpPr>
              <p:cNvPr id="54" name="Oval 23"/>
              <p:cNvSpPr>
                <a:spLocks noChangeArrowheads="1"/>
              </p:cNvSpPr>
              <p:nvPr/>
            </p:nvSpPr>
            <p:spPr bwMode="auto">
              <a:xfrm>
                <a:off x="748" y="1298"/>
                <a:ext cx="318" cy="318"/>
              </a:xfrm>
              <a:prstGeom prst="ellipse">
                <a:avLst/>
              </a:prstGeom>
              <a:solidFill>
                <a:schemeClr val="accent1"/>
              </a:solidFill>
              <a:ln w="9525" algn="ctr">
                <a:noFill/>
                <a:round/>
                <a:headEnd/>
                <a:tailEnd/>
              </a:ln>
            </p:spPr>
            <p:txBody>
              <a:bodyPr wrap="none" anchor="ctr"/>
              <a:lstStyle/>
              <a:p>
                <a:endParaRPr lang="zh-CN" altLang="en-US"/>
              </a:p>
            </p:txBody>
          </p:sp>
          <p:sp>
            <p:nvSpPr>
              <p:cNvPr id="55" name="Text Box 24"/>
              <p:cNvSpPr txBox="1">
                <a:spLocks noChangeArrowheads="1"/>
              </p:cNvSpPr>
              <p:nvPr/>
            </p:nvSpPr>
            <p:spPr bwMode="auto">
              <a:xfrm>
                <a:off x="793" y="1328"/>
                <a:ext cx="181" cy="355"/>
              </a:xfrm>
              <a:prstGeom prst="rect">
                <a:avLst/>
              </a:prstGeom>
              <a:noFill/>
              <a:ln w="9525" algn="ctr">
                <a:noFill/>
                <a:miter lim="800000"/>
                <a:headEnd/>
                <a:tailEnd/>
              </a:ln>
            </p:spPr>
            <p:txBody>
              <a:bodyPr>
                <a:spAutoFit/>
              </a:bodyPr>
              <a:lstStyle/>
              <a:p>
                <a:pPr>
                  <a:spcBef>
                    <a:spcPct val="50000"/>
                  </a:spcBef>
                </a:pPr>
                <a:r>
                  <a:rPr lang="en-US" altLang="zh-CN" sz="2400"/>
                  <a:t>0</a:t>
                </a:r>
              </a:p>
            </p:txBody>
          </p:sp>
          <p:sp>
            <p:nvSpPr>
              <p:cNvPr id="56" name="Line 25"/>
              <p:cNvSpPr>
                <a:spLocks noChangeShapeType="1"/>
              </p:cNvSpPr>
              <p:nvPr/>
            </p:nvSpPr>
            <p:spPr bwMode="auto">
              <a:xfrm flipV="1">
                <a:off x="884" y="890"/>
                <a:ext cx="0" cy="408"/>
              </a:xfrm>
              <a:prstGeom prst="line">
                <a:avLst/>
              </a:prstGeom>
              <a:noFill/>
              <a:ln w="12700">
                <a:solidFill>
                  <a:schemeClr val="tx1"/>
                </a:solidFill>
                <a:round/>
                <a:headEnd/>
                <a:tailEnd type="triangle" w="med" len="med"/>
              </a:ln>
            </p:spPr>
            <p:txBody>
              <a:bodyPr anchor="ctr"/>
              <a:lstStyle/>
              <a:p>
                <a:endParaRPr lang="zh-CN" altLang="en-US"/>
              </a:p>
            </p:txBody>
          </p:sp>
        </p:grpSp>
        <p:sp>
          <p:nvSpPr>
            <p:cNvPr id="58" name="Line 57"/>
            <p:cNvSpPr>
              <a:spLocks noChangeShapeType="1"/>
            </p:cNvSpPr>
            <p:nvPr/>
          </p:nvSpPr>
          <p:spPr bwMode="auto">
            <a:xfrm flipH="1" flipV="1">
              <a:off x="4716463" y="2995613"/>
              <a:ext cx="431800" cy="287337"/>
            </a:xfrm>
            <a:prstGeom prst="line">
              <a:avLst/>
            </a:prstGeom>
            <a:noFill/>
            <a:ln w="9525">
              <a:solidFill>
                <a:schemeClr val="tx1"/>
              </a:solidFill>
              <a:round/>
              <a:headEnd/>
              <a:tailEnd type="triangle" w="med" len="med"/>
            </a:ln>
          </p:spPr>
          <p:txBody>
            <a:bodyPr anchor="ctr"/>
            <a:lstStyle/>
            <a:p>
              <a:endParaRPr lang="zh-CN" altLang="en-US"/>
            </a:p>
          </p:txBody>
        </p:sp>
        <p:sp>
          <p:nvSpPr>
            <p:cNvPr id="59" name="Oval 58"/>
            <p:cNvSpPr>
              <a:spLocks noChangeArrowheads="1"/>
            </p:cNvSpPr>
            <p:nvPr/>
          </p:nvSpPr>
          <p:spPr bwMode="auto">
            <a:xfrm>
              <a:off x="5867400" y="3213100"/>
              <a:ext cx="504825" cy="504825"/>
            </a:xfrm>
            <a:prstGeom prst="ellipse">
              <a:avLst/>
            </a:prstGeom>
            <a:solidFill>
              <a:schemeClr val="accent1"/>
            </a:solidFill>
            <a:ln w="9525" algn="ctr">
              <a:noFill/>
              <a:round/>
              <a:headEnd/>
              <a:tailEnd/>
            </a:ln>
          </p:spPr>
          <p:txBody>
            <a:bodyPr wrap="none" anchor="ctr"/>
            <a:lstStyle/>
            <a:p>
              <a:endParaRPr lang="zh-CN" altLang="en-US"/>
            </a:p>
          </p:txBody>
        </p:sp>
        <p:sp>
          <p:nvSpPr>
            <p:cNvPr id="60" name="Text Box 59"/>
            <p:cNvSpPr txBox="1">
              <a:spLocks noChangeArrowheads="1"/>
            </p:cNvSpPr>
            <p:nvPr/>
          </p:nvSpPr>
          <p:spPr bwMode="auto">
            <a:xfrm>
              <a:off x="5938838" y="3260725"/>
              <a:ext cx="287337" cy="564239"/>
            </a:xfrm>
            <a:prstGeom prst="rect">
              <a:avLst/>
            </a:prstGeom>
            <a:noFill/>
            <a:ln w="9525" algn="ctr">
              <a:noFill/>
              <a:miter lim="800000"/>
              <a:headEnd/>
              <a:tailEnd/>
            </a:ln>
          </p:spPr>
          <p:txBody>
            <a:bodyPr>
              <a:spAutoFit/>
            </a:bodyPr>
            <a:lstStyle/>
            <a:p>
              <a:pPr>
                <a:spcBef>
                  <a:spcPct val="50000"/>
                </a:spcBef>
              </a:pPr>
              <a:r>
                <a:rPr lang="en-US" altLang="zh-CN" sz="2400"/>
                <a:t>6</a:t>
              </a:r>
            </a:p>
          </p:txBody>
        </p:sp>
        <p:sp>
          <p:nvSpPr>
            <p:cNvPr id="61" name="Oval 60"/>
            <p:cNvSpPr>
              <a:spLocks noChangeArrowheads="1"/>
            </p:cNvSpPr>
            <p:nvPr/>
          </p:nvSpPr>
          <p:spPr bwMode="auto">
            <a:xfrm>
              <a:off x="6657975" y="3214688"/>
              <a:ext cx="504825" cy="504825"/>
            </a:xfrm>
            <a:prstGeom prst="ellipse">
              <a:avLst/>
            </a:prstGeom>
            <a:solidFill>
              <a:schemeClr val="accent1"/>
            </a:solidFill>
            <a:ln w="9525" algn="ctr">
              <a:noFill/>
              <a:round/>
              <a:headEnd/>
              <a:tailEnd/>
            </a:ln>
          </p:spPr>
          <p:txBody>
            <a:bodyPr wrap="none" anchor="ctr"/>
            <a:lstStyle/>
            <a:p>
              <a:endParaRPr lang="zh-CN" altLang="en-US"/>
            </a:p>
          </p:txBody>
        </p:sp>
        <p:sp>
          <p:nvSpPr>
            <p:cNvPr id="62" name="Text Box 61"/>
            <p:cNvSpPr txBox="1">
              <a:spLocks noChangeArrowheads="1"/>
            </p:cNvSpPr>
            <p:nvPr/>
          </p:nvSpPr>
          <p:spPr bwMode="auto">
            <a:xfrm>
              <a:off x="6729413" y="3262313"/>
              <a:ext cx="287337" cy="564240"/>
            </a:xfrm>
            <a:prstGeom prst="rect">
              <a:avLst/>
            </a:prstGeom>
            <a:noFill/>
            <a:ln w="9525" algn="ctr">
              <a:noFill/>
              <a:miter lim="800000"/>
              <a:headEnd/>
              <a:tailEnd/>
            </a:ln>
          </p:spPr>
          <p:txBody>
            <a:bodyPr>
              <a:spAutoFit/>
            </a:bodyPr>
            <a:lstStyle/>
            <a:p>
              <a:pPr>
                <a:spcBef>
                  <a:spcPct val="50000"/>
                </a:spcBef>
              </a:pPr>
              <a:r>
                <a:rPr lang="en-US" altLang="zh-CN" sz="2400"/>
                <a:t>7</a:t>
              </a:r>
            </a:p>
          </p:txBody>
        </p:sp>
        <p:sp>
          <p:nvSpPr>
            <p:cNvPr id="63" name="Line 62"/>
            <p:cNvSpPr>
              <a:spLocks noChangeShapeType="1"/>
            </p:cNvSpPr>
            <p:nvPr/>
          </p:nvSpPr>
          <p:spPr bwMode="auto">
            <a:xfrm flipH="1" flipV="1">
              <a:off x="4714875" y="2714625"/>
              <a:ext cx="2143125" cy="571500"/>
            </a:xfrm>
            <a:prstGeom prst="line">
              <a:avLst/>
            </a:prstGeom>
            <a:noFill/>
            <a:ln w="9525">
              <a:solidFill>
                <a:schemeClr val="tx1"/>
              </a:solidFill>
              <a:round/>
              <a:headEnd/>
              <a:tailEnd type="triangle" w="med" len="med"/>
            </a:ln>
          </p:spPr>
          <p:txBody>
            <a:bodyPr anchor="ctr"/>
            <a:lstStyle/>
            <a:p>
              <a:endParaRPr lang="zh-CN" altLang="en-US"/>
            </a:p>
          </p:txBody>
        </p:sp>
        <p:sp>
          <p:nvSpPr>
            <p:cNvPr id="64" name="Line 63"/>
            <p:cNvSpPr>
              <a:spLocks noChangeShapeType="1"/>
            </p:cNvSpPr>
            <p:nvPr/>
          </p:nvSpPr>
          <p:spPr bwMode="auto">
            <a:xfrm flipH="1" flipV="1">
              <a:off x="4787900" y="2852738"/>
              <a:ext cx="1223963" cy="431800"/>
            </a:xfrm>
            <a:prstGeom prst="line">
              <a:avLst/>
            </a:prstGeom>
            <a:noFill/>
            <a:ln w="9525">
              <a:solidFill>
                <a:schemeClr val="tx1"/>
              </a:solidFill>
              <a:round/>
              <a:headEnd/>
              <a:tailEnd type="triangle" w="med" len="med"/>
            </a:ln>
          </p:spPr>
          <p:txBody>
            <a:bodyPr anchor="ctr"/>
            <a:lstStyle/>
            <a:p>
              <a:endParaRPr lang="zh-CN" altLang="en-US"/>
            </a:p>
          </p:txBody>
        </p:sp>
      </p:grpSp>
    </p:spTree>
    <p:extLst>
      <p:ext uri="{BB962C8B-B14F-4D97-AF65-F5344CB8AC3E}">
        <p14:creationId xmlns:p14="http://schemas.microsoft.com/office/powerpoint/2010/main" val="28237866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en-US" sz="3600" dirty="0"/>
              <a:t>Union by Rank &amp; Path Compression</a:t>
            </a:r>
            <a:endParaRPr lang="zh-CN" altLang="en-US" dirty="0"/>
          </a:p>
        </p:txBody>
      </p:sp>
      <p:sp>
        <p:nvSpPr>
          <p:cNvPr id="3" name="内容占位符 2"/>
          <p:cNvSpPr>
            <a:spLocks noGrp="1"/>
          </p:cNvSpPr>
          <p:nvPr>
            <p:ph idx="1"/>
          </p:nvPr>
        </p:nvSpPr>
        <p:spPr/>
        <p:txBody>
          <a:bodyPr/>
          <a:lstStyle/>
          <a:p>
            <a:pPr eaLnBrk="1" hangingPunct="1"/>
            <a:r>
              <a:rPr lang="en-US" altLang="en-US" dirty="0" smtClean="0"/>
              <a:t>Union by Rank: Each node is associated with a rank, which is the upper bound on the height of the node (i.e., the height of subtree rooted at the node), then when UNION, let the root with smaller rank point to the root with larger rank. </a:t>
            </a:r>
          </a:p>
          <a:p>
            <a:pPr eaLnBrk="1" hangingPunct="1"/>
            <a:r>
              <a:rPr lang="en-US" altLang="en-US" dirty="0" smtClean="0"/>
              <a:t>Path </a:t>
            </a:r>
            <a:r>
              <a:rPr lang="en-US" altLang="en-US" dirty="0"/>
              <a:t>Compression: used in FIND-SET(</a:t>
            </a:r>
            <a:r>
              <a:rPr lang="en-US" altLang="en-US" i="1" dirty="0"/>
              <a:t>x</a:t>
            </a:r>
            <a:r>
              <a:rPr lang="en-US" altLang="en-US" dirty="0"/>
              <a:t>) operation, make each node in the path from </a:t>
            </a:r>
            <a:r>
              <a:rPr lang="en-US" altLang="en-US" i="1" dirty="0"/>
              <a:t>x</a:t>
            </a:r>
            <a:r>
              <a:rPr lang="en-US" altLang="en-US" dirty="0"/>
              <a:t> to the root  directly point to the root. Thus reduce the tree height.</a:t>
            </a:r>
          </a:p>
          <a:p>
            <a:endParaRPr lang="zh-CN" altLang="en-US" dirty="0"/>
          </a:p>
        </p:txBody>
      </p:sp>
      <p:grpSp>
        <p:nvGrpSpPr>
          <p:cNvPr id="92" name="组合 91"/>
          <p:cNvGrpSpPr/>
          <p:nvPr/>
        </p:nvGrpSpPr>
        <p:grpSpPr>
          <a:xfrm>
            <a:off x="3264694" y="3284984"/>
            <a:ext cx="5662613" cy="2487613"/>
            <a:chOff x="2133600" y="1447800"/>
            <a:chExt cx="5662613" cy="2487613"/>
          </a:xfrm>
        </p:grpSpPr>
        <p:sp>
          <p:nvSpPr>
            <p:cNvPr id="70" name="Oval 3"/>
            <p:cNvSpPr>
              <a:spLocks noChangeArrowheads="1"/>
            </p:cNvSpPr>
            <p:nvPr/>
          </p:nvSpPr>
          <p:spPr bwMode="auto">
            <a:xfrm>
              <a:off x="3429000" y="1447800"/>
              <a:ext cx="457200" cy="381000"/>
            </a:xfrm>
            <a:prstGeom prst="ellipse">
              <a:avLst/>
            </a:prstGeom>
            <a:solidFill>
              <a:srgbClr val="B2B2B2"/>
            </a:solidFill>
            <a:ln w="9525">
              <a:solidFill>
                <a:srgbClr val="00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n-US" sz="2400" b="0" i="1" u="none" strike="noStrike" kern="0" cap="none" spc="0" normalizeH="0" baseline="0" noProof="0" smtClean="0">
                  <a:ln>
                    <a:noFill/>
                  </a:ln>
                  <a:solidFill>
                    <a:srgbClr val="000000"/>
                  </a:solidFill>
                  <a:effectLst/>
                  <a:uLnTx/>
                  <a:uFillTx/>
                  <a:latin typeface="Times New Roman" panose="02020603050405020304" pitchFamily="18" charset="0"/>
                </a:rPr>
                <a:t>f</a:t>
              </a:r>
            </a:p>
          </p:txBody>
        </p:sp>
        <p:sp>
          <p:nvSpPr>
            <p:cNvPr id="71" name="Oval 5"/>
            <p:cNvSpPr>
              <a:spLocks noChangeArrowheads="1"/>
            </p:cNvSpPr>
            <p:nvPr/>
          </p:nvSpPr>
          <p:spPr bwMode="auto">
            <a:xfrm>
              <a:off x="3048000" y="1981200"/>
              <a:ext cx="457200" cy="381000"/>
            </a:xfrm>
            <a:prstGeom prst="ellipse">
              <a:avLst/>
            </a:prstGeom>
            <a:solidFill>
              <a:srgbClr val="B2B2B2"/>
            </a:solidFill>
            <a:ln w="9525">
              <a:solidFill>
                <a:srgbClr val="00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n-US" sz="2400" b="0" i="1" u="none" strike="noStrike" kern="0" cap="none" spc="0" normalizeH="0" baseline="0" noProof="0" smtClean="0">
                  <a:ln>
                    <a:noFill/>
                  </a:ln>
                  <a:solidFill>
                    <a:srgbClr val="000000"/>
                  </a:solidFill>
                  <a:effectLst/>
                  <a:uLnTx/>
                  <a:uFillTx/>
                  <a:latin typeface="Times New Roman" panose="02020603050405020304" pitchFamily="18" charset="0"/>
                </a:rPr>
                <a:t>e</a:t>
              </a:r>
            </a:p>
          </p:txBody>
        </p:sp>
        <p:sp>
          <p:nvSpPr>
            <p:cNvPr id="72" name="Oval 6"/>
            <p:cNvSpPr>
              <a:spLocks noChangeArrowheads="1"/>
            </p:cNvSpPr>
            <p:nvPr/>
          </p:nvSpPr>
          <p:spPr bwMode="auto">
            <a:xfrm>
              <a:off x="2590800" y="2514600"/>
              <a:ext cx="457200" cy="381000"/>
            </a:xfrm>
            <a:prstGeom prst="ellipse">
              <a:avLst/>
            </a:prstGeom>
            <a:solidFill>
              <a:srgbClr val="B2B2B2"/>
            </a:solidFill>
            <a:ln w="9525">
              <a:solidFill>
                <a:srgbClr val="00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n-US" sz="2400" b="0" i="1" u="none" strike="noStrike" kern="0" cap="none" spc="0" normalizeH="0" baseline="0" noProof="0" smtClean="0">
                  <a:ln>
                    <a:noFill/>
                  </a:ln>
                  <a:solidFill>
                    <a:srgbClr val="000000"/>
                  </a:solidFill>
                  <a:effectLst/>
                  <a:uLnTx/>
                  <a:uFillTx/>
                  <a:latin typeface="Times New Roman" panose="02020603050405020304" pitchFamily="18" charset="0"/>
                </a:rPr>
                <a:t>d</a:t>
              </a:r>
            </a:p>
          </p:txBody>
        </p:sp>
        <p:sp>
          <p:nvSpPr>
            <p:cNvPr id="73" name="Oval 7"/>
            <p:cNvSpPr>
              <a:spLocks noChangeArrowheads="1"/>
            </p:cNvSpPr>
            <p:nvPr/>
          </p:nvSpPr>
          <p:spPr bwMode="auto">
            <a:xfrm>
              <a:off x="2133600" y="3124200"/>
              <a:ext cx="457200" cy="381000"/>
            </a:xfrm>
            <a:prstGeom prst="ellipse">
              <a:avLst/>
            </a:prstGeom>
            <a:solidFill>
              <a:srgbClr val="B2B2B2"/>
            </a:solidFill>
            <a:ln w="9525">
              <a:solidFill>
                <a:srgbClr val="00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n-US" sz="2400" b="0" i="1" u="none" strike="noStrike" kern="0" cap="none" spc="0" normalizeH="0" baseline="0" noProof="0" smtClean="0">
                  <a:ln>
                    <a:noFill/>
                  </a:ln>
                  <a:solidFill>
                    <a:srgbClr val="000000"/>
                  </a:solidFill>
                  <a:effectLst/>
                  <a:uLnTx/>
                  <a:uFillTx/>
                  <a:latin typeface="Times New Roman" panose="02020603050405020304" pitchFamily="18" charset="0"/>
                </a:rPr>
                <a:t>c</a:t>
              </a:r>
            </a:p>
          </p:txBody>
        </p:sp>
        <p:sp>
          <p:nvSpPr>
            <p:cNvPr id="74" name="Line 8"/>
            <p:cNvSpPr>
              <a:spLocks noChangeShapeType="1"/>
            </p:cNvSpPr>
            <p:nvPr/>
          </p:nvSpPr>
          <p:spPr bwMode="auto">
            <a:xfrm flipV="1">
              <a:off x="3352800" y="1752600"/>
              <a:ext cx="228600" cy="2286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smtClean="0">
                <a:ln>
                  <a:noFill/>
                </a:ln>
                <a:solidFill>
                  <a:srgbClr val="000000"/>
                </a:solidFill>
                <a:effectLst/>
                <a:uLnTx/>
                <a:uFillTx/>
                <a:latin typeface="Times New Roman" panose="02020603050405020304" pitchFamily="18" charset="0"/>
              </a:endParaRPr>
            </a:p>
          </p:txBody>
        </p:sp>
        <p:sp>
          <p:nvSpPr>
            <p:cNvPr id="75" name="Line 9"/>
            <p:cNvSpPr>
              <a:spLocks noChangeShapeType="1"/>
            </p:cNvSpPr>
            <p:nvPr/>
          </p:nvSpPr>
          <p:spPr bwMode="auto">
            <a:xfrm flipV="1">
              <a:off x="2895600" y="2286000"/>
              <a:ext cx="228600" cy="2286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smtClean="0">
                <a:ln>
                  <a:noFill/>
                </a:ln>
                <a:solidFill>
                  <a:srgbClr val="000000"/>
                </a:solidFill>
                <a:effectLst/>
                <a:uLnTx/>
                <a:uFillTx/>
                <a:latin typeface="Times New Roman" panose="02020603050405020304" pitchFamily="18" charset="0"/>
              </a:endParaRPr>
            </a:p>
          </p:txBody>
        </p:sp>
        <p:sp>
          <p:nvSpPr>
            <p:cNvPr id="76" name="Line 10"/>
            <p:cNvSpPr>
              <a:spLocks noChangeShapeType="1"/>
            </p:cNvSpPr>
            <p:nvPr/>
          </p:nvSpPr>
          <p:spPr bwMode="auto">
            <a:xfrm flipV="1">
              <a:off x="2438400" y="2819400"/>
              <a:ext cx="304800" cy="3048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smtClean="0">
                <a:ln>
                  <a:noFill/>
                </a:ln>
                <a:solidFill>
                  <a:srgbClr val="000000"/>
                </a:solidFill>
                <a:effectLst/>
                <a:uLnTx/>
                <a:uFillTx/>
                <a:latin typeface="Times New Roman" panose="02020603050405020304" pitchFamily="18" charset="0"/>
              </a:endParaRPr>
            </a:p>
          </p:txBody>
        </p:sp>
        <p:sp>
          <p:nvSpPr>
            <p:cNvPr id="77" name="Freeform 11"/>
            <p:cNvSpPr>
              <a:spLocks/>
            </p:cNvSpPr>
            <p:nvPr/>
          </p:nvSpPr>
          <p:spPr bwMode="auto">
            <a:xfrm>
              <a:off x="3581400" y="1828800"/>
              <a:ext cx="557213" cy="430213"/>
            </a:xfrm>
            <a:custGeom>
              <a:avLst/>
              <a:gdLst>
                <a:gd name="T0" fmla="*/ 2147483647 w 351"/>
                <a:gd name="T1" fmla="*/ 0 h 271"/>
                <a:gd name="T2" fmla="*/ 2147483647 w 351"/>
                <a:gd name="T3" fmla="*/ 2147483647 h 271"/>
                <a:gd name="T4" fmla="*/ 2147483647 w 351"/>
                <a:gd name="T5" fmla="*/ 2147483647 h 271"/>
                <a:gd name="T6" fmla="*/ 0 w 351"/>
                <a:gd name="T7" fmla="*/ 2147483647 h 271"/>
                <a:gd name="T8" fmla="*/ 2147483647 w 351"/>
                <a:gd name="T9" fmla="*/ 2147483647 h 271"/>
                <a:gd name="T10" fmla="*/ 2147483647 w 351"/>
                <a:gd name="T11" fmla="*/ 2147483647 h 271"/>
                <a:gd name="T12" fmla="*/ 2147483647 w 351"/>
                <a:gd name="T13" fmla="*/ 2147483647 h 271"/>
                <a:gd name="T14" fmla="*/ 2147483647 w 351"/>
                <a:gd name="T15" fmla="*/ 2147483647 h 271"/>
                <a:gd name="T16" fmla="*/ 2147483647 w 351"/>
                <a:gd name="T17" fmla="*/ 2147483647 h 271"/>
                <a:gd name="T18" fmla="*/ 2147483647 w 351"/>
                <a:gd name="T19" fmla="*/ 2147483647 h 271"/>
                <a:gd name="T20" fmla="*/ 2147483647 w 351"/>
                <a:gd name="T21" fmla="*/ 2147483647 h 271"/>
                <a:gd name="T22" fmla="*/ 2147483647 w 351"/>
                <a:gd name="T23" fmla="*/ 0 h 27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51"/>
                <a:gd name="T37" fmla="*/ 0 h 271"/>
                <a:gd name="T38" fmla="*/ 351 w 351"/>
                <a:gd name="T39" fmla="*/ 271 h 27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51" h="271">
                  <a:moveTo>
                    <a:pt x="63" y="0"/>
                  </a:moveTo>
                  <a:cubicBezTo>
                    <a:pt x="54" y="55"/>
                    <a:pt x="43" y="109"/>
                    <a:pt x="27" y="162"/>
                  </a:cubicBezTo>
                  <a:cubicBezTo>
                    <a:pt x="22" y="180"/>
                    <a:pt x="15" y="198"/>
                    <a:pt x="9" y="216"/>
                  </a:cubicBezTo>
                  <a:cubicBezTo>
                    <a:pt x="6" y="225"/>
                    <a:pt x="0" y="243"/>
                    <a:pt x="0" y="243"/>
                  </a:cubicBezTo>
                  <a:cubicBezTo>
                    <a:pt x="71" y="271"/>
                    <a:pt x="144" y="267"/>
                    <a:pt x="207" y="225"/>
                  </a:cubicBezTo>
                  <a:cubicBezTo>
                    <a:pt x="234" y="228"/>
                    <a:pt x="262" y="227"/>
                    <a:pt x="288" y="234"/>
                  </a:cubicBezTo>
                  <a:cubicBezTo>
                    <a:pt x="298" y="237"/>
                    <a:pt x="305" y="255"/>
                    <a:pt x="315" y="252"/>
                  </a:cubicBezTo>
                  <a:cubicBezTo>
                    <a:pt x="331" y="247"/>
                    <a:pt x="339" y="228"/>
                    <a:pt x="351" y="216"/>
                  </a:cubicBezTo>
                  <a:cubicBezTo>
                    <a:pt x="327" y="192"/>
                    <a:pt x="303" y="168"/>
                    <a:pt x="279" y="144"/>
                  </a:cubicBezTo>
                  <a:cubicBezTo>
                    <a:pt x="272" y="137"/>
                    <a:pt x="276" y="124"/>
                    <a:pt x="270" y="117"/>
                  </a:cubicBezTo>
                  <a:cubicBezTo>
                    <a:pt x="257" y="100"/>
                    <a:pt x="196" y="30"/>
                    <a:pt x="171" y="18"/>
                  </a:cubicBezTo>
                  <a:cubicBezTo>
                    <a:pt x="137" y="1"/>
                    <a:pt x="100" y="0"/>
                    <a:pt x="63" y="0"/>
                  </a:cubicBezTo>
                  <a:close/>
                </a:path>
              </a:pathLst>
            </a:custGeom>
            <a:solidFill>
              <a:srgbClr val="B2B2B2"/>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smtClean="0">
                <a:ln>
                  <a:noFill/>
                </a:ln>
                <a:solidFill>
                  <a:srgbClr val="000000"/>
                </a:solidFill>
                <a:effectLst/>
                <a:uLnTx/>
                <a:uFillTx/>
                <a:latin typeface="Times New Roman" panose="02020603050405020304" pitchFamily="18" charset="0"/>
              </a:endParaRPr>
            </a:p>
          </p:txBody>
        </p:sp>
        <p:sp>
          <p:nvSpPr>
            <p:cNvPr id="78" name="Freeform 12"/>
            <p:cNvSpPr>
              <a:spLocks/>
            </p:cNvSpPr>
            <p:nvPr/>
          </p:nvSpPr>
          <p:spPr bwMode="auto">
            <a:xfrm>
              <a:off x="3200400" y="2362200"/>
              <a:ext cx="557213" cy="430213"/>
            </a:xfrm>
            <a:custGeom>
              <a:avLst/>
              <a:gdLst>
                <a:gd name="T0" fmla="*/ 2147483647 w 351"/>
                <a:gd name="T1" fmla="*/ 0 h 271"/>
                <a:gd name="T2" fmla="*/ 2147483647 w 351"/>
                <a:gd name="T3" fmla="*/ 2147483647 h 271"/>
                <a:gd name="T4" fmla="*/ 2147483647 w 351"/>
                <a:gd name="T5" fmla="*/ 2147483647 h 271"/>
                <a:gd name="T6" fmla="*/ 0 w 351"/>
                <a:gd name="T7" fmla="*/ 2147483647 h 271"/>
                <a:gd name="T8" fmla="*/ 2147483647 w 351"/>
                <a:gd name="T9" fmla="*/ 2147483647 h 271"/>
                <a:gd name="T10" fmla="*/ 2147483647 w 351"/>
                <a:gd name="T11" fmla="*/ 2147483647 h 271"/>
                <a:gd name="T12" fmla="*/ 2147483647 w 351"/>
                <a:gd name="T13" fmla="*/ 2147483647 h 271"/>
                <a:gd name="T14" fmla="*/ 2147483647 w 351"/>
                <a:gd name="T15" fmla="*/ 2147483647 h 271"/>
                <a:gd name="T16" fmla="*/ 2147483647 w 351"/>
                <a:gd name="T17" fmla="*/ 2147483647 h 271"/>
                <a:gd name="T18" fmla="*/ 2147483647 w 351"/>
                <a:gd name="T19" fmla="*/ 2147483647 h 271"/>
                <a:gd name="T20" fmla="*/ 2147483647 w 351"/>
                <a:gd name="T21" fmla="*/ 2147483647 h 271"/>
                <a:gd name="T22" fmla="*/ 2147483647 w 351"/>
                <a:gd name="T23" fmla="*/ 0 h 27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51"/>
                <a:gd name="T37" fmla="*/ 0 h 271"/>
                <a:gd name="T38" fmla="*/ 351 w 351"/>
                <a:gd name="T39" fmla="*/ 271 h 27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51" h="271">
                  <a:moveTo>
                    <a:pt x="63" y="0"/>
                  </a:moveTo>
                  <a:cubicBezTo>
                    <a:pt x="54" y="55"/>
                    <a:pt x="43" y="109"/>
                    <a:pt x="27" y="162"/>
                  </a:cubicBezTo>
                  <a:cubicBezTo>
                    <a:pt x="22" y="180"/>
                    <a:pt x="15" y="198"/>
                    <a:pt x="9" y="216"/>
                  </a:cubicBezTo>
                  <a:cubicBezTo>
                    <a:pt x="6" y="225"/>
                    <a:pt x="0" y="243"/>
                    <a:pt x="0" y="243"/>
                  </a:cubicBezTo>
                  <a:cubicBezTo>
                    <a:pt x="71" y="271"/>
                    <a:pt x="144" y="267"/>
                    <a:pt x="207" y="225"/>
                  </a:cubicBezTo>
                  <a:cubicBezTo>
                    <a:pt x="234" y="228"/>
                    <a:pt x="262" y="227"/>
                    <a:pt x="288" y="234"/>
                  </a:cubicBezTo>
                  <a:cubicBezTo>
                    <a:pt x="298" y="237"/>
                    <a:pt x="305" y="255"/>
                    <a:pt x="315" y="252"/>
                  </a:cubicBezTo>
                  <a:cubicBezTo>
                    <a:pt x="331" y="247"/>
                    <a:pt x="339" y="228"/>
                    <a:pt x="351" y="216"/>
                  </a:cubicBezTo>
                  <a:cubicBezTo>
                    <a:pt x="327" y="192"/>
                    <a:pt x="303" y="168"/>
                    <a:pt x="279" y="144"/>
                  </a:cubicBezTo>
                  <a:cubicBezTo>
                    <a:pt x="272" y="137"/>
                    <a:pt x="276" y="124"/>
                    <a:pt x="270" y="117"/>
                  </a:cubicBezTo>
                  <a:cubicBezTo>
                    <a:pt x="257" y="100"/>
                    <a:pt x="196" y="30"/>
                    <a:pt x="171" y="18"/>
                  </a:cubicBezTo>
                  <a:cubicBezTo>
                    <a:pt x="137" y="1"/>
                    <a:pt x="100" y="0"/>
                    <a:pt x="63" y="0"/>
                  </a:cubicBezTo>
                  <a:close/>
                </a:path>
              </a:pathLst>
            </a:custGeom>
            <a:solidFill>
              <a:srgbClr val="B2B2B2"/>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smtClean="0">
                <a:ln>
                  <a:noFill/>
                </a:ln>
                <a:solidFill>
                  <a:srgbClr val="000000"/>
                </a:solidFill>
                <a:effectLst/>
                <a:uLnTx/>
                <a:uFillTx/>
                <a:latin typeface="Times New Roman" panose="02020603050405020304" pitchFamily="18" charset="0"/>
              </a:endParaRPr>
            </a:p>
          </p:txBody>
        </p:sp>
        <p:sp>
          <p:nvSpPr>
            <p:cNvPr id="79" name="Freeform 13"/>
            <p:cNvSpPr>
              <a:spLocks/>
            </p:cNvSpPr>
            <p:nvPr/>
          </p:nvSpPr>
          <p:spPr bwMode="auto">
            <a:xfrm>
              <a:off x="2819400" y="2895600"/>
              <a:ext cx="557213" cy="430213"/>
            </a:xfrm>
            <a:custGeom>
              <a:avLst/>
              <a:gdLst>
                <a:gd name="T0" fmla="*/ 2147483647 w 351"/>
                <a:gd name="T1" fmla="*/ 0 h 271"/>
                <a:gd name="T2" fmla="*/ 2147483647 w 351"/>
                <a:gd name="T3" fmla="*/ 2147483647 h 271"/>
                <a:gd name="T4" fmla="*/ 2147483647 w 351"/>
                <a:gd name="T5" fmla="*/ 2147483647 h 271"/>
                <a:gd name="T6" fmla="*/ 0 w 351"/>
                <a:gd name="T7" fmla="*/ 2147483647 h 271"/>
                <a:gd name="T8" fmla="*/ 2147483647 w 351"/>
                <a:gd name="T9" fmla="*/ 2147483647 h 271"/>
                <a:gd name="T10" fmla="*/ 2147483647 w 351"/>
                <a:gd name="T11" fmla="*/ 2147483647 h 271"/>
                <a:gd name="T12" fmla="*/ 2147483647 w 351"/>
                <a:gd name="T13" fmla="*/ 2147483647 h 271"/>
                <a:gd name="T14" fmla="*/ 2147483647 w 351"/>
                <a:gd name="T15" fmla="*/ 2147483647 h 271"/>
                <a:gd name="T16" fmla="*/ 2147483647 w 351"/>
                <a:gd name="T17" fmla="*/ 2147483647 h 271"/>
                <a:gd name="T18" fmla="*/ 2147483647 w 351"/>
                <a:gd name="T19" fmla="*/ 2147483647 h 271"/>
                <a:gd name="T20" fmla="*/ 2147483647 w 351"/>
                <a:gd name="T21" fmla="*/ 2147483647 h 271"/>
                <a:gd name="T22" fmla="*/ 2147483647 w 351"/>
                <a:gd name="T23" fmla="*/ 0 h 27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51"/>
                <a:gd name="T37" fmla="*/ 0 h 271"/>
                <a:gd name="T38" fmla="*/ 351 w 351"/>
                <a:gd name="T39" fmla="*/ 271 h 27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51" h="271">
                  <a:moveTo>
                    <a:pt x="63" y="0"/>
                  </a:moveTo>
                  <a:cubicBezTo>
                    <a:pt x="54" y="55"/>
                    <a:pt x="43" y="109"/>
                    <a:pt x="27" y="162"/>
                  </a:cubicBezTo>
                  <a:cubicBezTo>
                    <a:pt x="22" y="180"/>
                    <a:pt x="15" y="198"/>
                    <a:pt x="9" y="216"/>
                  </a:cubicBezTo>
                  <a:cubicBezTo>
                    <a:pt x="6" y="225"/>
                    <a:pt x="0" y="243"/>
                    <a:pt x="0" y="243"/>
                  </a:cubicBezTo>
                  <a:cubicBezTo>
                    <a:pt x="71" y="271"/>
                    <a:pt x="144" y="267"/>
                    <a:pt x="207" y="225"/>
                  </a:cubicBezTo>
                  <a:cubicBezTo>
                    <a:pt x="234" y="228"/>
                    <a:pt x="262" y="227"/>
                    <a:pt x="288" y="234"/>
                  </a:cubicBezTo>
                  <a:cubicBezTo>
                    <a:pt x="298" y="237"/>
                    <a:pt x="305" y="255"/>
                    <a:pt x="315" y="252"/>
                  </a:cubicBezTo>
                  <a:cubicBezTo>
                    <a:pt x="331" y="247"/>
                    <a:pt x="339" y="228"/>
                    <a:pt x="351" y="216"/>
                  </a:cubicBezTo>
                  <a:cubicBezTo>
                    <a:pt x="327" y="192"/>
                    <a:pt x="303" y="168"/>
                    <a:pt x="279" y="144"/>
                  </a:cubicBezTo>
                  <a:cubicBezTo>
                    <a:pt x="272" y="137"/>
                    <a:pt x="276" y="124"/>
                    <a:pt x="270" y="117"/>
                  </a:cubicBezTo>
                  <a:cubicBezTo>
                    <a:pt x="257" y="100"/>
                    <a:pt x="196" y="30"/>
                    <a:pt x="171" y="18"/>
                  </a:cubicBezTo>
                  <a:cubicBezTo>
                    <a:pt x="137" y="1"/>
                    <a:pt x="100" y="0"/>
                    <a:pt x="63" y="0"/>
                  </a:cubicBezTo>
                  <a:close/>
                </a:path>
              </a:pathLst>
            </a:custGeom>
            <a:solidFill>
              <a:srgbClr val="B2B2B2"/>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smtClean="0">
                <a:ln>
                  <a:noFill/>
                </a:ln>
                <a:solidFill>
                  <a:srgbClr val="000000"/>
                </a:solidFill>
                <a:effectLst/>
                <a:uLnTx/>
                <a:uFillTx/>
                <a:latin typeface="Times New Roman" panose="02020603050405020304" pitchFamily="18" charset="0"/>
              </a:endParaRPr>
            </a:p>
          </p:txBody>
        </p:sp>
        <p:sp>
          <p:nvSpPr>
            <p:cNvPr id="80" name="Freeform 14"/>
            <p:cNvSpPr>
              <a:spLocks/>
            </p:cNvSpPr>
            <p:nvPr/>
          </p:nvSpPr>
          <p:spPr bwMode="auto">
            <a:xfrm>
              <a:off x="2362200" y="3505200"/>
              <a:ext cx="557213" cy="430213"/>
            </a:xfrm>
            <a:custGeom>
              <a:avLst/>
              <a:gdLst>
                <a:gd name="T0" fmla="*/ 2147483647 w 351"/>
                <a:gd name="T1" fmla="*/ 0 h 271"/>
                <a:gd name="T2" fmla="*/ 2147483647 w 351"/>
                <a:gd name="T3" fmla="*/ 2147483647 h 271"/>
                <a:gd name="T4" fmla="*/ 2147483647 w 351"/>
                <a:gd name="T5" fmla="*/ 2147483647 h 271"/>
                <a:gd name="T6" fmla="*/ 0 w 351"/>
                <a:gd name="T7" fmla="*/ 2147483647 h 271"/>
                <a:gd name="T8" fmla="*/ 2147483647 w 351"/>
                <a:gd name="T9" fmla="*/ 2147483647 h 271"/>
                <a:gd name="T10" fmla="*/ 2147483647 w 351"/>
                <a:gd name="T11" fmla="*/ 2147483647 h 271"/>
                <a:gd name="T12" fmla="*/ 2147483647 w 351"/>
                <a:gd name="T13" fmla="*/ 2147483647 h 271"/>
                <a:gd name="T14" fmla="*/ 2147483647 w 351"/>
                <a:gd name="T15" fmla="*/ 2147483647 h 271"/>
                <a:gd name="T16" fmla="*/ 2147483647 w 351"/>
                <a:gd name="T17" fmla="*/ 2147483647 h 271"/>
                <a:gd name="T18" fmla="*/ 2147483647 w 351"/>
                <a:gd name="T19" fmla="*/ 2147483647 h 271"/>
                <a:gd name="T20" fmla="*/ 2147483647 w 351"/>
                <a:gd name="T21" fmla="*/ 2147483647 h 271"/>
                <a:gd name="T22" fmla="*/ 2147483647 w 351"/>
                <a:gd name="T23" fmla="*/ 0 h 27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51"/>
                <a:gd name="T37" fmla="*/ 0 h 271"/>
                <a:gd name="T38" fmla="*/ 351 w 351"/>
                <a:gd name="T39" fmla="*/ 271 h 27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51" h="271">
                  <a:moveTo>
                    <a:pt x="63" y="0"/>
                  </a:moveTo>
                  <a:cubicBezTo>
                    <a:pt x="54" y="55"/>
                    <a:pt x="43" y="109"/>
                    <a:pt x="27" y="162"/>
                  </a:cubicBezTo>
                  <a:cubicBezTo>
                    <a:pt x="22" y="180"/>
                    <a:pt x="15" y="198"/>
                    <a:pt x="9" y="216"/>
                  </a:cubicBezTo>
                  <a:cubicBezTo>
                    <a:pt x="6" y="225"/>
                    <a:pt x="0" y="243"/>
                    <a:pt x="0" y="243"/>
                  </a:cubicBezTo>
                  <a:cubicBezTo>
                    <a:pt x="71" y="271"/>
                    <a:pt x="144" y="267"/>
                    <a:pt x="207" y="225"/>
                  </a:cubicBezTo>
                  <a:cubicBezTo>
                    <a:pt x="234" y="228"/>
                    <a:pt x="262" y="227"/>
                    <a:pt x="288" y="234"/>
                  </a:cubicBezTo>
                  <a:cubicBezTo>
                    <a:pt x="298" y="237"/>
                    <a:pt x="305" y="255"/>
                    <a:pt x="315" y="252"/>
                  </a:cubicBezTo>
                  <a:cubicBezTo>
                    <a:pt x="331" y="247"/>
                    <a:pt x="339" y="228"/>
                    <a:pt x="351" y="216"/>
                  </a:cubicBezTo>
                  <a:cubicBezTo>
                    <a:pt x="327" y="192"/>
                    <a:pt x="303" y="168"/>
                    <a:pt x="279" y="144"/>
                  </a:cubicBezTo>
                  <a:cubicBezTo>
                    <a:pt x="272" y="137"/>
                    <a:pt x="276" y="124"/>
                    <a:pt x="270" y="117"/>
                  </a:cubicBezTo>
                  <a:cubicBezTo>
                    <a:pt x="257" y="100"/>
                    <a:pt x="196" y="30"/>
                    <a:pt x="171" y="18"/>
                  </a:cubicBezTo>
                  <a:cubicBezTo>
                    <a:pt x="137" y="1"/>
                    <a:pt x="100" y="0"/>
                    <a:pt x="63" y="0"/>
                  </a:cubicBezTo>
                  <a:close/>
                </a:path>
              </a:pathLst>
            </a:custGeom>
            <a:solidFill>
              <a:srgbClr val="B2B2B2"/>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smtClean="0">
                <a:ln>
                  <a:noFill/>
                </a:ln>
                <a:solidFill>
                  <a:srgbClr val="000000"/>
                </a:solidFill>
                <a:effectLst/>
                <a:uLnTx/>
                <a:uFillTx/>
                <a:latin typeface="Times New Roman" panose="02020603050405020304" pitchFamily="18" charset="0"/>
              </a:endParaRPr>
            </a:p>
          </p:txBody>
        </p:sp>
        <p:sp>
          <p:nvSpPr>
            <p:cNvPr id="81" name="Oval 17"/>
            <p:cNvSpPr>
              <a:spLocks noChangeArrowheads="1"/>
            </p:cNvSpPr>
            <p:nvPr/>
          </p:nvSpPr>
          <p:spPr bwMode="auto">
            <a:xfrm>
              <a:off x="7086600" y="1524000"/>
              <a:ext cx="457200" cy="381000"/>
            </a:xfrm>
            <a:prstGeom prst="ellipse">
              <a:avLst/>
            </a:prstGeom>
            <a:solidFill>
              <a:srgbClr val="B2B2B2"/>
            </a:solidFill>
            <a:ln w="9525">
              <a:solidFill>
                <a:srgbClr val="00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n-US" sz="2400" b="0" i="1" u="none" strike="noStrike" kern="0" cap="none" spc="0" normalizeH="0" baseline="0" noProof="0" smtClean="0">
                  <a:ln>
                    <a:noFill/>
                  </a:ln>
                  <a:solidFill>
                    <a:srgbClr val="000000"/>
                  </a:solidFill>
                  <a:effectLst/>
                  <a:uLnTx/>
                  <a:uFillTx/>
                  <a:latin typeface="Times New Roman" panose="02020603050405020304" pitchFamily="18" charset="0"/>
                </a:rPr>
                <a:t>f</a:t>
              </a:r>
            </a:p>
          </p:txBody>
        </p:sp>
        <p:sp>
          <p:nvSpPr>
            <p:cNvPr id="82" name="Oval 18"/>
            <p:cNvSpPr>
              <a:spLocks noChangeArrowheads="1"/>
            </p:cNvSpPr>
            <p:nvPr/>
          </p:nvSpPr>
          <p:spPr bwMode="auto">
            <a:xfrm>
              <a:off x="6705600" y="2057400"/>
              <a:ext cx="457200" cy="381000"/>
            </a:xfrm>
            <a:prstGeom prst="ellipse">
              <a:avLst/>
            </a:prstGeom>
            <a:solidFill>
              <a:srgbClr val="B2B2B2"/>
            </a:solidFill>
            <a:ln w="9525">
              <a:solidFill>
                <a:srgbClr val="00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n-US" sz="2400" b="0" i="1" u="none" strike="noStrike" kern="0" cap="none" spc="0" normalizeH="0" baseline="0" noProof="0" smtClean="0">
                  <a:ln>
                    <a:noFill/>
                  </a:ln>
                  <a:solidFill>
                    <a:srgbClr val="000000"/>
                  </a:solidFill>
                  <a:effectLst/>
                  <a:uLnTx/>
                  <a:uFillTx/>
                  <a:latin typeface="Times New Roman" panose="02020603050405020304" pitchFamily="18" charset="0"/>
                </a:rPr>
                <a:t>e</a:t>
              </a:r>
            </a:p>
          </p:txBody>
        </p:sp>
        <p:sp>
          <p:nvSpPr>
            <p:cNvPr id="83" name="Oval 19"/>
            <p:cNvSpPr>
              <a:spLocks noChangeArrowheads="1"/>
            </p:cNvSpPr>
            <p:nvPr/>
          </p:nvSpPr>
          <p:spPr bwMode="auto">
            <a:xfrm>
              <a:off x="6096000" y="2057400"/>
              <a:ext cx="457200" cy="381000"/>
            </a:xfrm>
            <a:prstGeom prst="ellipse">
              <a:avLst/>
            </a:prstGeom>
            <a:solidFill>
              <a:srgbClr val="B2B2B2"/>
            </a:solidFill>
            <a:ln w="9525">
              <a:solidFill>
                <a:srgbClr val="00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n-US" sz="2400" b="0" i="1" u="none" strike="noStrike" kern="0" cap="none" spc="0" normalizeH="0" baseline="0" noProof="0" smtClean="0">
                  <a:ln>
                    <a:noFill/>
                  </a:ln>
                  <a:solidFill>
                    <a:srgbClr val="000000"/>
                  </a:solidFill>
                  <a:effectLst/>
                  <a:uLnTx/>
                  <a:uFillTx/>
                  <a:latin typeface="Times New Roman" panose="02020603050405020304" pitchFamily="18" charset="0"/>
                </a:rPr>
                <a:t>d</a:t>
              </a:r>
            </a:p>
          </p:txBody>
        </p:sp>
        <p:sp>
          <p:nvSpPr>
            <p:cNvPr id="84" name="Oval 20"/>
            <p:cNvSpPr>
              <a:spLocks noChangeArrowheads="1"/>
            </p:cNvSpPr>
            <p:nvPr/>
          </p:nvSpPr>
          <p:spPr bwMode="auto">
            <a:xfrm>
              <a:off x="5410200" y="2057400"/>
              <a:ext cx="457200" cy="381000"/>
            </a:xfrm>
            <a:prstGeom prst="ellipse">
              <a:avLst/>
            </a:prstGeom>
            <a:solidFill>
              <a:srgbClr val="B2B2B2"/>
            </a:solidFill>
            <a:ln w="9525">
              <a:solidFill>
                <a:srgbClr val="00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n-US" sz="2400" b="0" i="1" u="none" strike="noStrike" kern="0" cap="none" spc="0" normalizeH="0" baseline="0" noProof="0" smtClean="0">
                  <a:ln>
                    <a:noFill/>
                  </a:ln>
                  <a:solidFill>
                    <a:srgbClr val="000000"/>
                  </a:solidFill>
                  <a:effectLst/>
                  <a:uLnTx/>
                  <a:uFillTx/>
                  <a:latin typeface="Times New Roman" panose="02020603050405020304" pitchFamily="18" charset="0"/>
                </a:rPr>
                <a:t>c</a:t>
              </a:r>
            </a:p>
          </p:txBody>
        </p:sp>
        <p:sp>
          <p:nvSpPr>
            <p:cNvPr id="85" name="Line 21"/>
            <p:cNvSpPr>
              <a:spLocks noChangeShapeType="1"/>
            </p:cNvSpPr>
            <p:nvPr/>
          </p:nvSpPr>
          <p:spPr bwMode="auto">
            <a:xfrm flipV="1">
              <a:off x="7010400" y="1828800"/>
              <a:ext cx="228600" cy="2286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smtClean="0">
                <a:ln>
                  <a:noFill/>
                </a:ln>
                <a:solidFill>
                  <a:srgbClr val="000000"/>
                </a:solidFill>
                <a:effectLst/>
                <a:uLnTx/>
                <a:uFillTx/>
                <a:latin typeface="Times New Roman" panose="02020603050405020304" pitchFamily="18" charset="0"/>
              </a:endParaRPr>
            </a:p>
          </p:txBody>
        </p:sp>
        <p:sp>
          <p:nvSpPr>
            <p:cNvPr id="86" name="Freeform 24"/>
            <p:cNvSpPr>
              <a:spLocks/>
            </p:cNvSpPr>
            <p:nvPr/>
          </p:nvSpPr>
          <p:spPr bwMode="auto">
            <a:xfrm>
              <a:off x="7239000" y="1905000"/>
              <a:ext cx="557213" cy="430213"/>
            </a:xfrm>
            <a:custGeom>
              <a:avLst/>
              <a:gdLst>
                <a:gd name="T0" fmla="*/ 2147483647 w 351"/>
                <a:gd name="T1" fmla="*/ 0 h 271"/>
                <a:gd name="T2" fmla="*/ 2147483647 w 351"/>
                <a:gd name="T3" fmla="*/ 2147483647 h 271"/>
                <a:gd name="T4" fmla="*/ 2147483647 w 351"/>
                <a:gd name="T5" fmla="*/ 2147483647 h 271"/>
                <a:gd name="T6" fmla="*/ 0 w 351"/>
                <a:gd name="T7" fmla="*/ 2147483647 h 271"/>
                <a:gd name="T8" fmla="*/ 2147483647 w 351"/>
                <a:gd name="T9" fmla="*/ 2147483647 h 271"/>
                <a:gd name="T10" fmla="*/ 2147483647 w 351"/>
                <a:gd name="T11" fmla="*/ 2147483647 h 271"/>
                <a:gd name="T12" fmla="*/ 2147483647 w 351"/>
                <a:gd name="T13" fmla="*/ 2147483647 h 271"/>
                <a:gd name="T14" fmla="*/ 2147483647 w 351"/>
                <a:gd name="T15" fmla="*/ 2147483647 h 271"/>
                <a:gd name="T16" fmla="*/ 2147483647 w 351"/>
                <a:gd name="T17" fmla="*/ 2147483647 h 271"/>
                <a:gd name="T18" fmla="*/ 2147483647 w 351"/>
                <a:gd name="T19" fmla="*/ 2147483647 h 271"/>
                <a:gd name="T20" fmla="*/ 2147483647 w 351"/>
                <a:gd name="T21" fmla="*/ 2147483647 h 271"/>
                <a:gd name="T22" fmla="*/ 2147483647 w 351"/>
                <a:gd name="T23" fmla="*/ 0 h 27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51"/>
                <a:gd name="T37" fmla="*/ 0 h 271"/>
                <a:gd name="T38" fmla="*/ 351 w 351"/>
                <a:gd name="T39" fmla="*/ 271 h 27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51" h="271">
                  <a:moveTo>
                    <a:pt x="63" y="0"/>
                  </a:moveTo>
                  <a:cubicBezTo>
                    <a:pt x="54" y="55"/>
                    <a:pt x="43" y="109"/>
                    <a:pt x="27" y="162"/>
                  </a:cubicBezTo>
                  <a:cubicBezTo>
                    <a:pt x="22" y="180"/>
                    <a:pt x="15" y="198"/>
                    <a:pt x="9" y="216"/>
                  </a:cubicBezTo>
                  <a:cubicBezTo>
                    <a:pt x="6" y="225"/>
                    <a:pt x="0" y="243"/>
                    <a:pt x="0" y="243"/>
                  </a:cubicBezTo>
                  <a:cubicBezTo>
                    <a:pt x="71" y="271"/>
                    <a:pt x="144" y="267"/>
                    <a:pt x="207" y="225"/>
                  </a:cubicBezTo>
                  <a:cubicBezTo>
                    <a:pt x="234" y="228"/>
                    <a:pt x="262" y="227"/>
                    <a:pt x="288" y="234"/>
                  </a:cubicBezTo>
                  <a:cubicBezTo>
                    <a:pt x="298" y="237"/>
                    <a:pt x="305" y="255"/>
                    <a:pt x="315" y="252"/>
                  </a:cubicBezTo>
                  <a:cubicBezTo>
                    <a:pt x="331" y="247"/>
                    <a:pt x="339" y="228"/>
                    <a:pt x="351" y="216"/>
                  </a:cubicBezTo>
                  <a:cubicBezTo>
                    <a:pt x="327" y="192"/>
                    <a:pt x="303" y="168"/>
                    <a:pt x="279" y="144"/>
                  </a:cubicBezTo>
                  <a:cubicBezTo>
                    <a:pt x="272" y="137"/>
                    <a:pt x="276" y="124"/>
                    <a:pt x="270" y="117"/>
                  </a:cubicBezTo>
                  <a:cubicBezTo>
                    <a:pt x="257" y="100"/>
                    <a:pt x="196" y="30"/>
                    <a:pt x="171" y="18"/>
                  </a:cubicBezTo>
                  <a:cubicBezTo>
                    <a:pt x="137" y="1"/>
                    <a:pt x="100" y="0"/>
                    <a:pt x="63" y="0"/>
                  </a:cubicBezTo>
                  <a:close/>
                </a:path>
              </a:pathLst>
            </a:custGeom>
            <a:solidFill>
              <a:srgbClr val="B2B2B2"/>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smtClean="0">
                <a:ln>
                  <a:noFill/>
                </a:ln>
                <a:solidFill>
                  <a:srgbClr val="000000"/>
                </a:solidFill>
                <a:effectLst/>
                <a:uLnTx/>
                <a:uFillTx/>
                <a:latin typeface="Times New Roman" panose="02020603050405020304" pitchFamily="18" charset="0"/>
              </a:endParaRPr>
            </a:p>
          </p:txBody>
        </p:sp>
        <p:sp>
          <p:nvSpPr>
            <p:cNvPr id="87" name="Freeform 25"/>
            <p:cNvSpPr>
              <a:spLocks/>
            </p:cNvSpPr>
            <p:nvPr/>
          </p:nvSpPr>
          <p:spPr bwMode="auto">
            <a:xfrm>
              <a:off x="6858000" y="2438400"/>
              <a:ext cx="557213" cy="430213"/>
            </a:xfrm>
            <a:custGeom>
              <a:avLst/>
              <a:gdLst>
                <a:gd name="T0" fmla="*/ 2147483647 w 351"/>
                <a:gd name="T1" fmla="*/ 0 h 271"/>
                <a:gd name="T2" fmla="*/ 2147483647 w 351"/>
                <a:gd name="T3" fmla="*/ 2147483647 h 271"/>
                <a:gd name="T4" fmla="*/ 2147483647 w 351"/>
                <a:gd name="T5" fmla="*/ 2147483647 h 271"/>
                <a:gd name="T6" fmla="*/ 0 w 351"/>
                <a:gd name="T7" fmla="*/ 2147483647 h 271"/>
                <a:gd name="T8" fmla="*/ 2147483647 w 351"/>
                <a:gd name="T9" fmla="*/ 2147483647 h 271"/>
                <a:gd name="T10" fmla="*/ 2147483647 w 351"/>
                <a:gd name="T11" fmla="*/ 2147483647 h 271"/>
                <a:gd name="T12" fmla="*/ 2147483647 w 351"/>
                <a:gd name="T13" fmla="*/ 2147483647 h 271"/>
                <a:gd name="T14" fmla="*/ 2147483647 w 351"/>
                <a:gd name="T15" fmla="*/ 2147483647 h 271"/>
                <a:gd name="T16" fmla="*/ 2147483647 w 351"/>
                <a:gd name="T17" fmla="*/ 2147483647 h 271"/>
                <a:gd name="T18" fmla="*/ 2147483647 w 351"/>
                <a:gd name="T19" fmla="*/ 2147483647 h 271"/>
                <a:gd name="T20" fmla="*/ 2147483647 w 351"/>
                <a:gd name="T21" fmla="*/ 2147483647 h 271"/>
                <a:gd name="T22" fmla="*/ 2147483647 w 351"/>
                <a:gd name="T23" fmla="*/ 0 h 27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51"/>
                <a:gd name="T37" fmla="*/ 0 h 271"/>
                <a:gd name="T38" fmla="*/ 351 w 351"/>
                <a:gd name="T39" fmla="*/ 271 h 27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51" h="271">
                  <a:moveTo>
                    <a:pt x="63" y="0"/>
                  </a:moveTo>
                  <a:cubicBezTo>
                    <a:pt x="54" y="55"/>
                    <a:pt x="43" y="109"/>
                    <a:pt x="27" y="162"/>
                  </a:cubicBezTo>
                  <a:cubicBezTo>
                    <a:pt x="22" y="180"/>
                    <a:pt x="15" y="198"/>
                    <a:pt x="9" y="216"/>
                  </a:cubicBezTo>
                  <a:cubicBezTo>
                    <a:pt x="6" y="225"/>
                    <a:pt x="0" y="243"/>
                    <a:pt x="0" y="243"/>
                  </a:cubicBezTo>
                  <a:cubicBezTo>
                    <a:pt x="71" y="271"/>
                    <a:pt x="144" y="267"/>
                    <a:pt x="207" y="225"/>
                  </a:cubicBezTo>
                  <a:cubicBezTo>
                    <a:pt x="234" y="228"/>
                    <a:pt x="262" y="227"/>
                    <a:pt x="288" y="234"/>
                  </a:cubicBezTo>
                  <a:cubicBezTo>
                    <a:pt x="298" y="237"/>
                    <a:pt x="305" y="255"/>
                    <a:pt x="315" y="252"/>
                  </a:cubicBezTo>
                  <a:cubicBezTo>
                    <a:pt x="331" y="247"/>
                    <a:pt x="339" y="228"/>
                    <a:pt x="351" y="216"/>
                  </a:cubicBezTo>
                  <a:cubicBezTo>
                    <a:pt x="327" y="192"/>
                    <a:pt x="303" y="168"/>
                    <a:pt x="279" y="144"/>
                  </a:cubicBezTo>
                  <a:cubicBezTo>
                    <a:pt x="272" y="137"/>
                    <a:pt x="276" y="124"/>
                    <a:pt x="270" y="117"/>
                  </a:cubicBezTo>
                  <a:cubicBezTo>
                    <a:pt x="257" y="100"/>
                    <a:pt x="196" y="30"/>
                    <a:pt x="171" y="18"/>
                  </a:cubicBezTo>
                  <a:cubicBezTo>
                    <a:pt x="137" y="1"/>
                    <a:pt x="100" y="0"/>
                    <a:pt x="63" y="0"/>
                  </a:cubicBezTo>
                  <a:close/>
                </a:path>
              </a:pathLst>
            </a:custGeom>
            <a:solidFill>
              <a:srgbClr val="B2B2B2"/>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smtClean="0">
                <a:ln>
                  <a:noFill/>
                </a:ln>
                <a:solidFill>
                  <a:srgbClr val="000000"/>
                </a:solidFill>
                <a:effectLst/>
                <a:uLnTx/>
                <a:uFillTx/>
                <a:latin typeface="Times New Roman" panose="02020603050405020304" pitchFamily="18" charset="0"/>
              </a:endParaRPr>
            </a:p>
          </p:txBody>
        </p:sp>
        <p:sp>
          <p:nvSpPr>
            <p:cNvPr id="88" name="Freeform 26"/>
            <p:cNvSpPr>
              <a:spLocks/>
            </p:cNvSpPr>
            <p:nvPr/>
          </p:nvSpPr>
          <p:spPr bwMode="auto">
            <a:xfrm>
              <a:off x="6248400" y="2438400"/>
              <a:ext cx="557213" cy="430213"/>
            </a:xfrm>
            <a:custGeom>
              <a:avLst/>
              <a:gdLst>
                <a:gd name="T0" fmla="*/ 2147483647 w 351"/>
                <a:gd name="T1" fmla="*/ 0 h 271"/>
                <a:gd name="T2" fmla="*/ 2147483647 w 351"/>
                <a:gd name="T3" fmla="*/ 2147483647 h 271"/>
                <a:gd name="T4" fmla="*/ 2147483647 w 351"/>
                <a:gd name="T5" fmla="*/ 2147483647 h 271"/>
                <a:gd name="T6" fmla="*/ 0 w 351"/>
                <a:gd name="T7" fmla="*/ 2147483647 h 271"/>
                <a:gd name="T8" fmla="*/ 2147483647 w 351"/>
                <a:gd name="T9" fmla="*/ 2147483647 h 271"/>
                <a:gd name="T10" fmla="*/ 2147483647 w 351"/>
                <a:gd name="T11" fmla="*/ 2147483647 h 271"/>
                <a:gd name="T12" fmla="*/ 2147483647 w 351"/>
                <a:gd name="T13" fmla="*/ 2147483647 h 271"/>
                <a:gd name="T14" fmla="*/ 2147483647 w 351"/>
                <a:gd name="T15" fmla="*/ 2147483647 h 271"/>
                <a:gd name="T16" fmla="*/ 2147483647 w 351"/>
                <a:gd name="T17" fmla="*/ 2147483647 h 271"/>
                <a:gd name="T18" fmla="*/ 2147483647 w 351"/>
                <a:gd name="T19" fmla="*/ 2147483647 h 271"/>
                <a:gd name="T20" fmla="*/ 2147483647 w 351"/>
                <a:gd name="T21" fmla="*/ 2147483647 h 271"/>
                <a:gd name="T22" fmla="*/ 2147483647 w 351"/>
                <a:gd name="T23" fmla="*/ 0 h 27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51"/>
                <a:gd name="T37" fmla="*/ 0 h 271"/>
                <a:gd name="T38" fmla="*/ 351 w 351"/>
                <a:gd name="T39" fmla="*/ 271 h 27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51" h="271">
                  <a:moveTo>
                    <a:pt x="63" y="0"/>
                  </a:moveTo>
                  <a:cubicBezTo>
                    <a:pt x="54" y="55"/>
                    <a:pt x="43" y="109"/>
                    <a:pt x="27" y="162"/>
                  </a:cubicBezTo>
                  <a:cubicBezTo>
                    <a:pt x="22" y="180"/>
                    <a:pt x="15" y="198"/>
                    <a:pt x="9" y="216"/>
                  </a:cubicBezTo>
                  <a:cubicBezTo>
                    <a:pt x="6" y="225"/>
                    <a:pt x="0" y="243"/>
                    <a:pt x="0" y="243"/>
                  </a:cubicBezTo>
                  <a:cubicBezTo>
                    <a:pt x="71" y="271"/>
                    <a:pt x="144" y="267"/>
                    <a:pt x="207" y="225"/>
                  </a:cubicBezTo>
                  <a:cubicBezTo>
                    <a:pt x="234" y="228"/>
                    <a:pt x="262" y="227"/>
                    <a:pt x="288" y="234"/>
                  </a:cubicBezTo>
                  <a:cubicBezTo>
                    <a:pt x="298" y="237"/>
                    <a:pt x="305" y="255"/>
                    <a:pt x="315" y="252"/>
                  </a:cubicBezTo>
                  <a:cubicBezTo>
                    <a:pt x="331" y="247"/>
                    <a:pt x="339" y="228"/>
                    <a:pt x="351" y="216"/>
                  </a:cubicBezTo>
                  <a:cubicBezTo>
                    <a:pt x="327" y="192"/>
                    <a:pt x="303" y="168"/>
                    <a:pt x="279" y="144"/>
                  </a:cubicBezTo>
                  <a:cubicBezTo>
                    <a:pt x="272" y="137"/>
                    <a:pt x="276" y="124"/>
                    <a:pt x="270" y="117"/>
                  </a:cubicBezTo>
                  <a:cubicBezTo>
                    <a:pt x="257" y="100"/>
                    <a:pt x="196" y="30"/>
                    <a:pt x="171" y="18"/>
                  </a:cubicBezTo>
                  <a:cubicBezTo>
                    <a:pt x="137" y="1"/>
                    <a:pt x="100" y="0"/>
                    <a:pt x="63" y="0"/>
                  </a:cubicBezTo>
                  <a:close/>
                </a:path>
              </a:pathLst>
            </a:custGeom>
            <a:solidFill>
              <a:srgbClr val="B2B2B2"/>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smtClean="0">
                <a:ln>
                  <a:noFill/>
                </a:ln>
                <a:solidFill>
                  <a:srgbClr val="000000"/>
                </a:solidFill>
                <a:effectLst/>
                <a:uLnTx/>
                <a:uFillTx/>
                <a:latin typeface="Times New Roman" panose="02020603050405020304" pitchFamily="18" charset="0"/>
              </a:endParaRPr>
            </a:p>
          </p:txBody>
        </p:sp>
        <p:sp>
          <p:nvSpPr>
            <p:cNvPr id="89" name="Freeform 27"/>
            <p:cNvSpPr>
              <a:spLocks/>
            </p:cNvSpPr>
            <p:nvPr/>
          </p:nvSpPr>
          <p:spPr bwMode="auto">
            <a:xfrm>
              <a:off x="5562600" y="2438400"/>
              <a:ext cx="557213" cy="430213"/>
            </a:xfrm>
            <a:custGeom>
              <a:avLst/>
              <a:gdLst>
                <a:gd name="T0" fmla="*/ 2147483647 w 351"/>
                <a:gd name="T1" fmla="*/ 0 h 271"/>
                <a:gd name="T2" fmla="*/ 2147483647 w 351"/>
                <a:gd name="T3" fmla="*/ 2147483647 h 271"/>
                <a:gd name="T4" fmla="*/ 2147483647 w 351"/>
                <a:gd name="T5" fmla="*/ 2147483647 h 271"/>
                <a:gd name="T6" fmla="*/ 0 w 351"/>
                <a:gd name="T7" fmla="*/ 2147483647 h 271"/>
                <a:gd name="T8" fmla="*/ 2147483647 w 351"/>
                <a:gd name="T9" fmla="*/ 2147483647 h 271"/>
                <a:gd name="T10" fmla="*/ 2147483647 w 351"/>
                <a:gd name="T11" fmla="*/ 2147483647 h 271"/>
                <a:gd name="T12" fmla="*/ 2147483647 w 351"/>
                <a:gd name="T13" fmla="*/ 2147483647 h 271"/>
                <a:gd name="T14" fmla="*/ 2147483647 w 351"/>
                <a:gd name="T15" fmla="*/ 2147483647 h 271"/>
                <a:gd name="T16" fmla="*/ 2147483647 w 351"/>
                <a:gd name="T17" fmla="*/ 2147483647 h 271"/>
                <a:gd name="T18" fmla="*/ 2147483647 w 351"/>
                <a:gd name="T19" fmla="*/ 2147483647 h 271"/>
                <a:gd name="T20" fmla="*/ 2147483647 w 351"/>
                <a:gd name="T21" fmla="*/ 2147483647 h 271"/>
                <a:gd name="T22" fmla="*/ 2147483647 w 351"/>
                <a:gd name="T23" fmla="*/ 0 h 27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51"/>
                <a:gd name="T37" fmla="*/ 0 h 271"/>
                <a:gd name="T38" fmla="*/ 351 w 351"/>
                <a:gd name="T39" fmla="*/ 271 h 27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51" h="271">
                  <a:moveTo>
                    <a:pt x="63" y="0"/>
                  </a:moveTo>
                  <a:cubicBezTo>
                    <a:pt x="54" y="55"/>
                    <a:pt x="43" y="109"/>
                    <a:pt x="27" y="162"/>
                  </a:cubicBezTo>
                  <a:cubicBezTo>
                    <a:pt x="22" y="180"/>
                    <a:pt x="15" y="198"/>
                    <a:pt x="9" y="216"/>
                  </a:cubicBezTo>
                  <a:cubicBezTo>
                    <a:pt x="6" y="225"/>
                    <a:pt x="0" y="243"/>
                    <a:pt x="0" y="243"/>
                  </a:cubicBezTo>
                  <a:cubicBezTo>
                    <a:pt x="71" y="271"/>
                    <a:pt x="144" y="267"/>
                    <a:pt x="207" y="225"/>
                  </a:cubicBezTo>
                  <a:cubicBezTo>
                    <a:pt x="234" y="228"/>
                    <a:pt x="262" y="227"/>
                    <a:pt x="288" y="234"/>
                  </a:cubicBezTo>
                  <a:cubicBezTo>
                    <a:pt x="298" y="237"/>
                    <a:pt x="305" y="255"/>
                    <a:pt x="315" y="252"/>
                  </a:cubicBezTo>
                  <a:cubicBezTo>
                    <a:pt x="331" y="247"/>
                    <a:pt x="339" y="228"/>
                    <a:pt x="351" y="216"/>
                  </a:cubicBezTo>
                  <a:cubicBezTo>
                    <a:pt x="327" y="192"/>
                    <a:pt x="303" y="168"/>
                    <a:pt x="279" y="144"/>
                  </a:cubicBezTo>
                  <a:cubicBezTo>
                    <a:pt x="272" y="137"/>
                    <a:pt x="276" y="124"/>
                    <a:pt x="270" y="117"/>
                  </a:cubicBezTo>
                  <a:cubicBezTo>
                    <a:pt x="257" y="100"/>
                    <a:pt x="196" y="30"/>
                    <a:pt x="171" y="18"/>
                  </a:cubicBezTo>
                  <a:cubicBezTo>
                    <a:pt x="137" y="1"/>
                    <a:pt x="100" y="0"/>
                    <a:pt x="63" y="0"/>
                  </a:cubicBezTo>
                  <a:close/>
                </a:path>
              </a:pathLst>
            </a:custGeom>
            <a:solidFill>
              <a:srgbClr val="B2B2B2"/>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smtClean="0">
                <a:ln>
                  <a:noFill/>
                </a:ln>
                <a:solidFill>
                  <a:srgbClr val="000000"/>
                </a:solidFill>
                <a:effectLst/>
                <a:uLnTx/>
                <a:uFillTx/>
                <a:latin typeface="Times New Roman" panose="02020603050405020304" pitchFamily="18" charset="0"/>
              </a:endParaRPr>
            </a:p>
          </p:txBody>
        </p:sp>
        <p:sp>
          <p:nvSpPr>
            <p:cNvPr id="90" name="Line 28"/>
            <p:cNvSpPr>
              <a:spLocks noChangeShapeType="1"/>
            </p:cNvSpPr>
            <p:nvPr/>
          </p:nvSpPr>
          <p:spPr bwMode="auto">
            <a:xfrm flipV="1">
              <a:off x="6477000" y="1828800"/>
              <a:ext cx="685800" cy="2286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smtClean="0">
                <a:ln>
                  <a:noFill/>
                </a:ln>
                <a:solidFill>
                  <a:srgbClr val="000000"/>
                </a:solidFill>
                <a:effectLst/>
                <a:uLnTx/>
                <a:uFillTx/>
                <a:latin typeface="Times New Roman" panose="02020603050405020304" pitchFamily="18" charset="0"/>
              </a:endParaRPr>
            </a:p>
          </p:txBody>
        </p:sp>
        <p:sp>
          <p:nvSpPr>
            <p:cNvPr id="91" name="Line 29"/>
            <p:cNvSpPr>
              <a:spLocks noChangeShapeType="1"/>
            </p:cNvSpPr>
            <p:nvPr/>
          </p:nvSpPr>
          <p:spPr bwMode="auto">
            <a:xfrm flipV="1">
              <a:off x="5791200" y="1752600"/>
              <a:ext cx="1371600" cy="3048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smtClean="0">
                <a:ln>
                  <a:noFill/>
                </a:ln>
                <a:solidFill>
                  <a:srgbClr val="000000"/>
                </a:solidFill>
                <a:effectLst/>
                <a:uLnTx/>
                <a:uFillTx/>
                <a:latin typeface="Times New Roman" panose="02020603050405020304" pitchFamily="18" charset="0"/>
              </a:endParaRPr>
            </a:p>
          </p:txBody>
        </p:sp>
      </p:grpSp>
    </p:spTree>
    <p:extLst>
      <p:ext uri="{BB962C8B-B14F-4D97-AF65-F5344CB8AC3E}">
        <p14:creationId xmlns:p14="http://schemas.microsoft.com/office/powerpoint/2010/main" val="26723483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Disjoint-set Implementation</a:t>
            </a:r>
            <a:endParaRPr lang="zh-CN" altLang="en-US" dirty="0"/>
          </a:p>
        </p:txBody>
      </p:sp>
      <p:sp>
        <p:nvSpPr>
          <p:cNvPr id="3" name="内容占位符 2"/>
          <p:cNvSpPr>
            <a:spLocks noGrp="1"/>
          </p:cNvSpPr>
          <p:nvPr>
            <p:ph idx="1"/>
          </p:nvPr>
        </p:nvSpPr>
        <p:spPr/>
        <p:txBody>
          <a:bodyPr/>
          <a:lstStyle/>
          <a:p>
            <a:pPr lvl="0">
              <a:buClr>
                <a:srgbClr val="CCCC99"/>
              </a:buClr>
              <a:buNone/>
            </a:pPr>
            <a:r>
              <a:rPr lang="en-US" altLang="zh-CN" sz="1700" b="1" dirty="0" err="1">
                <a:solidFill>
                  <a:srgbClr val="000000"/>
                </a:solidFill>
                <a:latin typeface="Courier New" pitchFamily="49" charset="0"/>
                <a:cs typeface="Courier New" pitchFamily="49" charset="0"/>
              </a:rPr>
              <a:t>int</a:t>
            </a:r>
            <a:r>
              <a:rPr lang="en-US" altLang="zh-CN" sz="1700" b="1" dirty="0">
                <a:solidFill>
                  <a:srgbClr val="000000"/>
                </a:solidFill>
                <a:latin typeface="Courier New" pitchFamily="49" charset="0"/>
                <a:cs typeface="Courier New" pitchFamily="49" charset="0"/>
              </a:rPr>
              <a:t> p[</a:t>
            </a:r>
            <a:r>
              <a:rPr lang="en-US" altLang="zh-CN" sz="1700" b="1" dirty="0" err="1">
                <a:solidFill>
                  <a:srgbClr val="000000"/>
                </a:solidFill>
                <a:latin typeface="Courier New" pitchFamily="49" charset="0"/>
                <a:cs typeface="Courier New" pitchFamily="49" charset="0"/>
              </a:rPr>
              <a:t>maxn</a:t>
            </a:r>
            <a:r>
              <a:rPr lang="en-US" altLang="zh-CN" sz="1700" b="1" dirty="0" smtClean="0">
                <a:solidFill>
                  <a:srgbClr val="000000"/>
                </a:solidFill>
                <a:latin typeface="Courier New" pitchFamily="49" charset="0"/>
                <a:cs typeface="Courier New" pitchFamily="49" charset="0"/>
              </a:rPr>
              <a:t>]; </a:t>
            </a:r>
            <a:endParaRPr lang="en-US" altLang="zh-CN" sz="1700" b="1" dirty="0">
              <a:solidFill>
                <a:srgbClr val="000000"/>
              </a:solidFill>
              <a:latin typeface="Courier New" pitchFamily="49" charset="0"/>
              <a:cs typeface="Courier New" pitchFamily="49" charset="0"/>
            </a:endParaRPr>
          </a:p>
          <a:p>
            <a:pPr lvl="0">
              <a:buClr>
                <a:srgbClr val="CCCC99"/>
              </a:buClr>
              <a:buNone/>
            </a:pPr>
            <a:endParaRPr lang="en-US" altLang="zh-CN" sz="1700" b="1" dirty="0">
              <a:solidFill>
                <a:srgbClr val="000000"/>
              </a:solidFill>
              <a:latin typeface="Courier New" pitchFamily="49" charset="0"/>
              <a:cs typeface="Courier New" pitchFamily="49" charset="0"/>
            </a:endParaRPr>
          </a:p>
          <a:p>
            <a:pPr lvl="0">
              <a:buClr>
                <a:srgbClr val="CCCC99"/>
              </a:buClr>
              <a:buNone/>
            </a:pPr>
            <a:r>
              <a:rPr lang="en-US" altLang="zh-CN" sz="1700" b="1" dirty="0" err="1">
                <a:solidFill>
                  <a:srgbClr val="000000"/>
                </a:solidFill>
                <a:latin typeface="Courier New" pitchFamily="49" charset="0"/>
                <a:cs typeface="Courier New" pitchFamily="49" charset="0"/>
              </a:rPr>
              <a:t>int</a:t>
            </a:r>
            <a:r>
              <a:rPr lang="en-US" altLang="zh-CN" sz="1700" b="1" dirty="0">
                <a:solidFill>
                  <a:srgbClr val="000000"/>
                </a:solidFill>
                <a:latin typeface="Courier New" pitchFamily="49" charset="0"/>
                <a:cs typeface="Courier New" pitchFamily="49" charset="0"/>
              </a:rPr>
              <a:t> find(</a:t>
            </a:r>
            <a:r>
              <a:rPr lang="en-US" altLang="zh-CN" sz="1700" b="1" dirty="0" err="1">
                <a:solidFill>
                  <a:srgbClr val="000000"/>
                </a:solidFill>
                <a:latin typeface="Courier New" pitchFamily="49" charset="0"/>
                <a:cs typeface="Courier New" pitchFamily="49" charset="0"/>
              </a:rPr>
              <a:t>int</a:t>
            </a:r>
            <a:r>
              <a:rPr lang="en-US" altLang="zh-CN" sz="1700" b="1" dirty="0">
                <a:solidFill>
                  <a:srgbClr val="000000"/>
                </a:solidFill>
                <a:latin typeface="Courier New" pitchFamily="49" charset="0"/>
                <a:cs typeface="Courier New" pitchFamily="49" charset="0"/>
              </a:rPr>
              <a:t> x) </a:t>
            </a:r>
            <a:r>
              <a:rPr lang="en-US" altLang="zh-CN" sz="1700" b="1" dirty="0" smtClean="0">
                <a:solidFill>
                  <a:srgbClr val="000000"/>
                </a:solidFill>
                <a:latin typeface="Courier New" pitchFamily="49" charset="0"/>
                <a:cs typeface="Courier New" pitchFamily="49" charset="0"/>
              </a:rPr>
              <a:t>{</a:t>
            </a:r>
          </a:p>
          <a:p>
            <a:pPr lvl="0">
              <a:buClr>
                <a:srgbClr val="CCCC99"/>
              </a:buClr>
              <a:buNone/>
            </a:pPr>
            <a:r>
              <a:rPr lang="en-US" altLang="zh-CN" sz="1700" b="1" dirty="0">
                <a:solidFill>
                  <a:srgbClr val="000000"/>
                </a:solidFill>
                <a:latin typeface="Courier New" pitchFamily="49" charset="0"/>
                <a:cs typeface="Courier New" pitchFamily="49" charset="0"/>
              </a:rPr>
              <a:t>	</a:t>
            </a:r>
            <a:r>
              <a:rPr lang="en-US" altLang="zh-CN" sz="1700" b="1" dirty="0" smtClean="0">
                <a:solidFill>
                  <a:srgbClr val="000000"/>
                </a:solidFill>
                <a:latin typeface="Courier New" pitchFamily="49" charset="0"/>
                <a:cs typeface="Courier New" pitchFamily="49" charset="0"/>
              </a:rPr>
              <a:t>return </a:t>
            </a:r>
            <a:r>
              <a:rPr lang="en-US" altLang="zh-CN" sz="1700" b="1" dirty="0">
                <a:solidFill>
                  <a:srgbClr val="000000"/>
                </a:solidFill>
                <a:latin typeface="Courier New" pitchFamily="49" charset="0"/>
                <a:cs typeface="Courier New" pitchFamily="49" charset="0"/>
              </a:rPr>
              <a:t>(p[x] == -1) ? x : p[x</a:t>
            </a:r>
            <a:r>
              <a:rPr lang="en-US" altLang="zh-CN" sz="1700" b="1" dirty="0" smtClean="0">
                <a:solidFill>
                  <a:srgbClr val="000000"/>
                </a:solidFill>
                <a:latin typeface="Courier New" pitchFamily="49" charset="0"/>
                <a:cs typeface="Courier New" pitchFamily="49" charset="0"/>
              </a:rPr>
              <a:t>] = find(p[x]);</a:t>
            </a:r>
          </a:p>
          <a:p>
            <a:pPr lvl="0">
              <a:buClr>
                <a:srgbClr val="CCCC99"/>
              </a:buClr>
              <a:buNone/>
            </a:pPr>
            <a:r>
              <a:rPr lang="en-US" altLang="zh-CN" sz="1700" b="1" dirty="0" smtClean="0">
                <a:solidFill>
                  <a:srgbClr val="000000"/>
                </a:solidFill>
                <a:latin typeface="Courier New" pitchFamily="49" charset="0"/>
                <a:cs typeface="Courier New" pitchFamily="49" charset="0"/>
              </a:rPr>
              <a:t>}</a:t>
            </a:r>
            <a:endParaRPr lang="en-US" altLang="zh-CN" sz="1700" b="1" dirty="0">
              <a:solidFill>
                <a:srgbClr val="000000"/>
              </a:solidFill>
              <a:latin typeface="Courier New" pitchFamily="49" charset="0"/>
              <a:cs typeface="Courier New" pitchFamily="49" charset="0"/>
            </a:endParaRPr>
          </a:p>
          <a:p>
            <a:pPr lvl="0">
              <a:buClr>
                <a:srgbClr val="CCCC99"/>
              </a:buClr>
              <a:buNone/>
            </a:pPr>
            <a:endParaRPr lang="en-US" altLang="zh-CN" sz="1700" b="1" dirty="0">
              <a:solidFill>
                <a:srgbClr val="000000"/>
              </a:solidFill>
              <a:latin typeface="Courier New" pitchFamily="49" charset="0"/>
              <a:cs typeface="Courier New" pitchFamily="49" charset="0"/>
            </a:endParaRPr>
          </a:p>
          <a:p>
            <a:pPr lvl="0">
              <a:buClr>
                <a:srgbClr val="CCCC99"/>
              </a:buClr>
              <a:buNone/>
            </a:pPr>
            <a:r>
              <a:rPr lang="en-US" altLang="zh-CN" sz="1700" b="1" dirty="0" err="1">
                <a:solidFill>
                  <a:srgbClr val="000000"/>
                </a:solidFill>
                <a:latin typeface="Courier New" pitchFamily="49" charset="0"/>
                <a:cs typeface="Courier New" pitchFamily="49" charset="0"/>
              </a:rPr>
              <a:t>int</a:t>
            </a:r>
            <a:r>
              <a:rPr lang="en-US" altLang="zh-CN" sz="1700" b="1" dirty="0">
                <a:solidFill>
                  <a:srgbClr val="000000"/>
                </a:solidFill>
                <a:latin typeface="Courier New" pitchFamily="49" charset="0"/>
                <a:cs typeface="Courier New" pitchFamily="49" charset="0"/>
              </a:rPr>
              <a:t> union(</a:t>
            </a:r>
            <a:r>
              <a:rPr lang="en-US" altLang="zh-CN" sz="1700" b="1" dirty="0" err="1">
                <a:solidFill>
                  <a:srgbClr val="000000"/>
                </a:solidFill>
                <a:latin typeface="Courier New" pitchFamily="49" charset="0"/>
                <a:cs typeface="Courier New" pitchFamily="49" charset="0"/>
              </a:rPr>
              <a:t>int</a:t>
            </a:r>
            <a:r>
              <a:rPr lang="en-US" altLang="zh-CN" sz="1700" b="1" dirty="0">
                <a:solidFill>
                  <a:srgbClr val="000000"/>
                </a:solidFill>
                <a:latin typeface="Courier New" pitchFamily="49" charset="0"/>
                <a:cs typeface="Courier New" pitchFamily="49" charset="0"/>
              </a:rPr>
              <a:t> x, </a:t>
            </a:r>
            <a:r>
              <a:rPr lang="en-US" altLang="zh-CN" sz="1700" b="1" dirty="0" err="1">
                <a:solidFill>
                  <a:srgbClr val="000000"/>
                </a:solidFill>
                <a:latin typeface="Courier New" pitchFamily="49" charset="0"/>
                <a:cs typeface="Courier New" pitchFamily="49" charset="0"/>
              </a:rPr>
              <a:t>int</a:t>
            </a:r>
            <a:r>
              <a:rPr lang="en-US" altLang="zh-CN" sz="1700" b="1" dirty="0">
                <a:solidFill>
                  <a:srgbClr val="000000"/>
                </a:solidFill>
                <a:latin typeface="Courier New" pitchFamily="49" charset="0"/>
                <a:cs typeface="Courier New" pitchFamily="49" charset="0"/>
              </a:rPr>
              <a:t> y</a:t>
            </a:r>
            <a:r>
              <a:rPr lang="en-US" altLang="zh-CN" sz="1700" b="1" dirty="0" smtClean="0">
                <a:solidFill>
                  <a:srgbClr val="000000"/>
                </a:solidFill>
                <a:latin typeface="Courier New" pitchFamily="49" charset="0"/>
                <a:cs typeface="Courier New" pitchFamily="49" charset="0"/>
              </a:rPr>
              <a:t>) {</a:t>
            </a:r>
          </a:p>
          <a:p>
            <a:pPr lvl="0">
              <a:buClr>
                <a:srgbClr val="CCCC99"/>
              </a:buClr>
              <a:buNone/>
            </a:pPr>
            <a:r>
              <a:rPr lang="en-US" altLang="zh-CN" sz="1700" b="1" dirty="0">
                <a:solidFill>
                  <a:srgbClr val="000000"/>
                </a:solidFill>
                <a:latin typeface="Courier New" pitchFamily="49" charset="0"/>
                <a:cs typeface="Courier New" pitchFamily="49" charset="0"/>
              </a:rPr>
              <a:t>	</a:t>
            </a:r>
            <a:r>
              <a:rPr lang="en-US" altLang="zh-CN" sz="1700" b="1" dirty="0" smtClean="0">
                <a:solidFill>
                  <a:srgbClr val="000000"/>
                </a:solidFill>
                <a:latin typeface="Courier New" pitchFamily="49" charset="0"/>
                <a:cs typeface="Courier New" pitchFamily="49" charset="0"/>
              </a:rPr>
              <a:t>p[find(y)] </a:t>
            </a:r>
            <a:r>
              <a:rPr lang="en-US" altLang="zh-CN" sz="1700" b="1" dirty="0">
                <a:solidFill>
                  <a:srgbClr val="000000"/>
                </a:solidFill>
                <a:latin typeface="Courier New" pitchFamily="49" charset="0"/>
                <a:cs typeface="Courier New" pitchFamily="49" charset="0"/>
              </a:rPr>
              <a:t>= </a:t>
            </a:r>
            <a:r>
              <a:rPr lang="en-US" altLang="zh-CN" sz="1700" b="1" dirty="0" smtClean="0">
                <a:solidFill>
                  <a:srgbClr val="000000"/>
                </a:solidFill>
                <a:latin typeface="Courier New" pitchFamily="49" charset="0"/>
                <a:cs typeface="Courier New" pitchFamily="49" charset="0"/>
              </a:rPr>
              <a:t>find(x);</a:t>
            </a:r>
          </a:p>
          <a:p>
            <a:pPr lvl="0">
              <a:buClr>
                <a:srgbClr val="CCCC99"/>
              </a:buClr>
              <a:buNone/>
            </a:pPr>
            <a:r>
              <a:rPr lang="en-US" altLang="zh-CN" sz="1700" b="1" dirty="0" smtClean="0">
                <a:solidFill>
                  <a:srgbClr val="000000"/>
                </a:solidFill>
                <a:latin typeface="Courier New" pitchFamily="49" charset="0"/>
                <a:cs typeface="Courier New" pitchFamily="49" charset="0"/>
              </a:rPr>
              <a:t>}</a:t>
            </a:r>
          </a:p>
          <a:p>
            <a:pPr lvl="0">
              <a:buClr>
                <a:srgbClr val="CCCC99"/>
              </a:buClr>
              <a:buNone/>
            </a:pPr>
            <a:endParaRPr lang="en-US" altLang="zh-CN" sz="1700" b="1" dirty="0">
              <a:solidFill>
                <a:srgbClr val="000000"/>
              </a:solidFill>
              <a:latin typeface="Courier New" pitchFamily="49" charset="0"/>
              <a:cs typeface="Courier New" pitchFamily="49" charset="0"/>
            </a:endParaRPr>
          </a:p>
          <a:p>
            <a:pPr lvl="0">
              <a:buClr>
                <a:srgbClr val="CCCC99"/>
              </a:buClr>
              <a:buNone/>
            </a:pPr>
            <a:r>
              <a:rPr lang="en-US" altLang="zh-CN" sz="1700" b="1" dirty="0" err="1">
                <a:solidFill>
                  <a:srgbClr val="000000"/>
                </a:solidFill>
                <a:latin typeface="Courier New" pitchFamily="49" charset="0"/>
                <a:cs typeface="Courier New" pitchFamily="49" charset="0"/>
              </a:rPr>
              <a:t>int</a:t>
            </a:r>
            <a:r>
              <a:rPr lang="en-US" altLang="zh-CN" sz="1700" b="1" dirty="0">
                <a:solidFill>
                  <a:srgbClr val="000000"/>
                </a:solidFill>
                <a:latin typeface="Courier New" pitchFamily="49" charset="0"/>
                <a:cs typeface="Courier New" pitchFamily="49" charset="0"/>
              </a:rPr>
              <a:t> </a:t>
            </a:r>
            <a:r>
              <a:rPr lang="en-US" altLang="zh-CN" sz="1700" b="1" dirty="0" smtClean="0">
                <a:solidFill>
                  <a:srgbClr val="000000"/>
                </a:solidFill>
                <a:latin typeface="Courier New" pitchFamily="49" charset="0"/>
                <a:cs typeface="Courier New" pitchFamily="49" charset="0"/>
              </a:rPr>
              <a:t>main() </a:t>
            </a:r>
            <a:r>
              <a:rPr lang="en-US" altLang="zh-CN" sz="1700" b="1" dirty="0">
                <a:solidFill>
                  <a:srgbClr val="000000"/>
                </a:solidFill>
                <a:latin typeface="Courier New" pitchFamily="49" charset="0"/>
                <a:cs typeface="Courier New" pitchFamily="49" charset="0"/>
              </a:rPr>
              <a:t>{</a:t>
            </a:r>
          </a:p>
          <a:p>
            <a:pPr lvl="0">
              <a:buClr>
                <a:srgbClr val="CCCC99"/>
              </a:buClr>
              <a:buNone/>
            </a:pPr>
            <a:r>
              <a:rPr lang="en-US" altLang="zh-CN" sz="1700" b="1" dirty="0" smtClean="0">
                <a:solidFill>
                  <a:srgbClr val="000000"/>
                </a:solidFill>
                <a:latin typeface="Courier New" pitchFamily="49" charset="0"/>
                <a:cs typeface="Courier New" pitchFamily="49" charset="0"/>
              </a:rPr>
              <a:t>	for (</a:t>
            </a:r>
            <a:r>
              <a:rPr lang="en-US" altLang="zh-CN" sz="1700" b="1" dirty="0" err="1" smtClean="0">
                <a:solidFill>
                  <a:srgbClr val="000000"/>
                </a:solidFill>
                <a:latin typeface="Courier New" pitchFamily="49" charset="0"/>
                <a:cs typeface="Courier New" pitchFamily="49" charset="0"/>
              </a:rPr>
              <a:t>int</a:t>
            </a:r>
            <a:r>
              <a:rPr lang="en-US" altLang="zh-CN" sz="1700" b="1" dirty="0" smtClean="0">
                <a:solidFill>
                  <a:srgbClr val="000000"/>
                </a:solidFill>
                <a:latin typeface="Courier New" pitchFamily="49" charset="0"/>
                <a:cs typeface="Courier New" pitchFamily="49" charset="0"/>
              </a:rPr>
              <a:t> </a:t>
            </a:r>
            <a:r>
              <a:rPr lang="en-US" altLang="zh-CN" sz="1700" b="1" dirty="0" err="1" smtClean="0">
                <a:solidFill>
                  <a:srgbClr val="000000"/>
                </a:solidFill>
                <a:latin typeface="Courier New" pitchFamily="49" charset="0"/>
                <a:cs typeface="Courier New" pitchFamily="49" charset="0"/>
              </a:rPr>
              <a:t>i</a:t>
            </a:r>
            <a:r>
              <a:rPr lang="en-US" altLang="zh-CN" sz="1700" b="1" dirty="0" smtClean="0">
                <a:solidFill>
                  <a:srgbClr val="000000"/>
                </a:solidFill>
                <a:latin typeface="Courier New" pitchFamily="49" charset="0"/>
                <a:cs typeface="Courier New" pitchFamily="49" charset="0"/>
              </a:rPr>
              <a:t> = 0; </a:t>
            </a:r>
            <a:r>
              <a:rPr lang="en-US" altLang="zh-CN" sz="1700" b="1" dirty="0" err="1" smtClean="0">
                <a:solidFill>
                  <a:srgbClr val="000000"/>
                </a:solidFill>
                <a:latin typeface="Courier New" pitchFamily="49" charset="0"/>
                <a:cs typeface="Courier New" pitchFamily="49" charset="0"/>
              </a:rPr>
              <a:t>i</a:t>
            </a:r>
            <a:r>
              <a:rPr lang="en-US" altLang="zh-CN" sz="1700" b="1" dirty="0" smtClean="0">
                <a:solidFill>
                  <a:srgbClr val="000000"/>
                </a:solidFill>
                <a:latin typeface="Courier New" pitchFamily="49" charset="0"/>
                <a:cs typeface="Courier New" pitchFamily="49" charset="0"/>
              </a:rPr>
              <a:t> &lt; n; </a:t>
            </a:r>
            <a:r>
              <a:rPr lang="en-US" altLang="zh-CN" sz="1700" b="1" dirty="0" err="1" smtClean="0">
                <a:solidFill>
                  <a:srgbClr val="000000"/>
                </a:solidFill>
                <a:latin typeface="Courier New" pitchFamily="49" charset="0"/>
                <a:cs typeface="Courier New" pitchFamily="49" charset="0"/>
              </a:rPr>
              <a:t>i</a:t>
            </a:r>
            <a:r>
              <a:rPr lang="en-US" altLang="zh-CN" sz="1700" b="1" dirty="0" smtClean="0">
                <a:solidFill>
                  <a:srgbClr val="000000"/>
                </a:solidFill>
                <a:latin typeface="Courier New" pitchFamily="49" charset="0"/>
                <a:cs typeface="Courier New" pitchFamily="49" charset="0"/>
              </a:rPr>
              <a:t>++)</a:t>
            </a:r>
          </a:p>
          <a:p>
            <a:pPr lvl="0">
              <a:buClr>
                <a:srgbClr val="CCCC99"/>
              </a:buClr>
              <a:buNone/>
            </a:pPr>
            <a:r>
              <a:rPr lang="en-US" altLang="zh-CN" sz="1700" b="1" dirty="0">
                <a:solidFill>
                  <a:srgbClr val="000000"/>
                </a:solidFill>
                <a:latin typeface="Courier New" pitchFamily="49" charset="0"/>
                <a:cs typeface="Courier New" pitchFamily="49" charset="0"/>
              </a:rPr>
              <a:t>	</a:t>
            </a:r>
            <a:r>
              <a:rPr lang="en-US" altLang="zh-CN" sz="1700" b="1" dirty="0" smtClean="0">
                <a:solidFill>
                  <a:srgbClr val="000000"/>
                </a:solidFill>
                <a:latin typeface="Courier New" pitchFamily="49" charset="0"/>
                <a:cs typeface="Courier New" pitchFamily="49" charset="0"/>
              </a:rPr>
              <a:t>	p[</a:t>
            </a:r>
            <a:r>
              <a:rPr lang="en-US" altLang="zh-CN" sz="1700" b="1" dirty="0" err="1" smtClean="0">
                <a:solidFill>
                  <a:srgbClr val="000000"/>
                </a:solidFill>
                <a:latin typeface="Courier New" pitchFamily="49" charset="0"/>
                <a:cs typeface="Courier New" pitchFamily="49" charset="0"/>
              </a:rPr>
              <a:t>i</a:t>
            </a:r>
            <a:r>
              <a:rPr lang="en-US" altLang="zh-CN" sz="1700" b="1" dirty="0">
                <a:solidFill>
                  <a:srgbClr val="000000"/>
                </a:solidFill>
                <a:latin typeface="Courier New" pitchFamily="49" charset="0"/>
                <a:cs typeface="Courier New" pitchFamily="49" charset="0"/>
              </a:rPr>
              <a:t>] = -1;</a:t>
            </a:r>
          </a:p>
          <a:p>
            <a:pPr lvl="0">
              <a:buClr>
                <a:srgbClr val="CCCC99"/>
              </a:buClr>
              <a:buNone/>
            </a:pPr>
            <a:r>
              <a:rPr lang="en-US" altLang="zh-CN" sz="1700" b="1" dirty="0" smtClean="0">
                <a:solidFill>
                  <a:srgbClr val="000000"/>
                </a:solidFill>
                <a:latin typeface="Courier New" pitchFamily="49" charset="0"/>
                <a:cs typeface="Courier New" pitchFamily="49" charset="0"/>
              </a:rPr>
              <a:t>	…</a:t>
            </a:r>
          </a:p>
          <a:p>
            <a:pPr lvl="0">
              <a:buClr>
                <a:srgbClr val="CCCC99"/>
              </a:buClr>
              <a:buNone/>
            </a:pPr>
            <a:r>
              <a:rPr lang="en-US" altLang="zh-CN" sz="1700" b="1" dirty="0">
                <a:solidFill>
                  <a:srgbClr val="000000"/>
                </a:solidFill>
                <a:latin typeface="Courier New" pitchFamily="49" charset="0"/>
                <a:cs typeface="Courier New" pitchFamily="49" charset="0"/>
              </a:rPr>
              <a:t>	</a:t>
            </a:r>
            <a:r>
              <a:rPr lang="en-US" altLang="zh-CN" sz="1700" b="1" dirty="0" smtClean="0">
                <a:solidFill>
                  <a:srgbClr val="000000"/>
                </a:solidFill>
                <a:latin typeface="Courier New" pitchFamily="49" charset="0"/>
                <a:cs typeface="Courier New" pitchFamily="49" charset="0"/>
              </a:rPr>
              <a:t>union(x, y);</a:t>
            </a:r>
          </a:p>
          <a:p>
            <a:pPr lvl="0">
              <a:buClr>
                <a:srgbClr val="CCCC99"/>
              </a:buClr>
              <a:buNone/>
            </a:pPr>
            <a:r>
              <a:rPr lang="en-US" altLang="zh-CN" sz="1700" b="1" dirty="0">
                <a:solidFill>
                  <a:srgbClr val="000000"/>
                </a:solidFill>
                <a:latin typeface="Courier New" pitchFamily="49" charset="0"/>
                <a:cs typeface="Courier New" pitchFamily="49" charset="0"/>
              </a:rPr>
              <a:t>	</a:t>
            </a:r>
            <a:r>
              <a:rPr lang="en-US" altLang="zh-CN" sz="1700" b="1" dirty="0" smtClean="0">
                <a:solidFill>
                  <a:srgbClr val="000000"/>
                </a:solidFill>
                <a:latin typeface="Courier New" pitchFamily="49" charset="0"/>
                <a:cs typeface="Courier New" pitchFamily="49" charset="0"/>
              </a:rPr>
              <a:t>if (find(x) == find(y)) … </a:t>
            </a:r>
            <a:endParaRPr lang="en-US" altLang="zh-CN" sz="1700" b="1" dirty="0">
              <a:solidFill>
                <a:srgbClr val="000000"/>
              </a:solidFill>
              <a:latin typeface="Courier New" pitchFamily="49" charset="0"/>
              <a:cs typeface="Courier New" pitchFamily="49" charset="0"/>
            </a:endParaRPr>
          </a:p>
          <a:p>
            <a:pPr lvl="0">
              <a:buClr>
                <a:srgbClr val="CCCC99"/>
              </a:buClr>
              <a:buNone/>
            </a:pPr>
            <a:r>
              <a:rPr lang="en-US" altLang="zh-CN" sz="1700" b="1" smtClean="0">
                <a:solidFill>
                  <a:srgbClr val="000000"/>
                </a:solidFill>
                <a:latin typeface="Courier New" pitchFamily="49" charset="0"/>
                <a:cs typeface="Courier New" pitchFamily="49" charset="0"/>
              </a:rPr>
              <a:t>}</a:t>
            </a:r>
            <a:endParaRPr lang="zh-CN" altLang="en-US" dirty="0"/>
          </a:p>
        </p:txBody>
      </p:sp>
    </p:spTree>
    <p:extLst>
      <p:ext uri="{BB962C8B-B14F-4D97-AF65-F5344CB8AC3E}">
        <p14:creationId xmlns:p14="http://schemas.microsoft.com/office/powerpoint/2010/main" val="7178239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Time Complexity</a:t>
            </a:r>
            <a:endParaRPr lang="zh-CN" altLang="en-US" dirty="0"/>
          </a:p>
        </p:txBody>
      </p:sp>
      <p:sp>
        <p:nvSpPr>
          <p:cNvPr id="3" name="内容占位符 2"/>
          <p:cNvSpPr>
            <a:spLocks noGrp="1"/>
          </p:cNvSpPr>
          <p:nvPr>
            <p:ph idx="1"/>
          </p:nvPr>
        </p:nvSpPr>
        <p:spPr/>
        <p:txBody>
          <a:bodyPr/>
          <a:lstStyle/>
          <a:p>
            <a:r>
              <a:rPr lang="en-US" altLang="zh-CN" dirty="0" smtClean="0"/>
              <a:t>MAKE-SETs requires O(V).</a:t>
            </a:r>
          </a:p>
          <a:p>
            <a:r>
              <a:rPr lang="en-US" altLang="zh-CN" dirty="0" smtClean="0"/>
              <a:t>FIND-SETs and UNIONs perform O(E) time. Assuming the implementation of disjoint-set data structure that uses union by rank and path compression, so amortized in O(E α(V)). </a:t>
            </a:r>
            <a:r>
              <a:rPr lang="pt-BR" altLang="zh-CN" dirty="0" smtClean="0"/>
              <a:t>(α</a:t>
            </a:r>
            <a:r>
              <a:rPr lang="zh-CN" altLang="en-US" dirty="0" smtClean="0"/>
              <a:t>为反</a:t>
            </a:r>
            <a:r>
              <a:rPr lang="en-US" altLang="zh-CN" dirty="0" err="1" smtClean="0"/>
              <a:t>ackerman</a:t>
            </a:r>
            <a:r>
              <a:rPr lang="zh-CN" altLang="en-US" dirty="0" smtClean="0"/>
              <a:t>函数</a:t>
            </a:r>
            <a:r>
              <a:rPr lang="pt-BR" altLang="zh-CN" dirty="0" smtClean="0"/>
              <a:t>)</a:t>
            </a:r>
            <a:endParaRPr lang="en-US" altLang="zh-CN" dirty="0" smtClean="0"/>
          </a:p>
          <a:p>
            <a:r>
              <a:rPr lang="en-US" altLang="zh-CN" dirty="0"/>
              <a:t>O(E α(V</a:t>
            </a:r>
            <a:r>
              <a:rPr lang="en-US" altLang="zh-CN" dirty="0" smtClean="0"/>
              <a:t>)) is almost linear.</a:t>
            </a:r>
            <a:endParaRPr lang="zh-CN" altLang="en-US" dirty="0"/>
          </a:p>
        </p:txBody>
      </p:sp>
    </p:spTree>
    <p:extLst>
      <p:ext uri="{BB962C8B-B14F-4D97-AF65-F5344CB8AC3E}">
        <p14:creationId xmlns:p14="http://schemas.microsoft.com/office/powerpoint/2010/main" val="28112400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1881189" y="1357314"/>
            <a:ext cx="8429625" cy="642937"/>
          </a:xfrm>
          <a:prstGeom prst="rect">
            <a:avLst/>
          </a:prstGeom>
        </p:spPr>
        <p:txBody>
          <a:bodyPr/>
          <a:lstStyle/>
          <a:p>
            <a:pPr algn="ctr">
              <a:defRPr/>
            </a:pPr>
            <a:r>
              <a:rPr lang="en-US" altLang="zh-CN" sz="4400" kern="0" dirty="0">
                <a:solidFill>
                  <a:schemeClr val="tx2"/>
                </a:solidFill>
                <a:latin typeface="+mj-lt"/>
                <a:ea typeface="+mj-ea"/>
                <a:cs typeface="+mj-cs"/>
              </a:rPr>
              <a:t>Thank you!</a:t>
            </a:r>
          </a:p>
        </p:txBody>
      </p:sp>
      <p:pic>
        <p:nvPicPr>
          <p:cNvPr id="5" name="Picture 4"/>
          <p:cNvPicPr>
            <a:picLocks noChangeAspect="1" noChangeArrowheads="1"/>
          </p:cNvPicPr>
          <p:nvPr/>
        </p:nvPicPr>
        <p:blipFill>
          <a:blip r:embed="rId2" cstate="print"/>
          <a:srcRect/>
          <a:stretch>
            <a:fillRect/>
          </a:stretch>
        </p:blipFill>
        <p:spPr bwMode="auto">
          <a:xfrm>
            <a:off x="3738563" y="2714625"/>
            <a:ext cx="4868862" cy="31432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2_Studio">
  <a:themeElements>
    <a:clrScheme name="Studio 1">
      <a:dk1>
        <a:srgbClr val="000000"/>
      </a:dk1>
      <a:lt1>
        <a:srgbClr val="FFFFFF"/>
      </a:lt1>
      <a:dk2>
        <a:srgbClr val="336666"/>
      </a:dk2>
      <a:lt2>
        <a:srgbClr val="CCCC99"/>
      </a:lt2>
      <a:accent1>
        <a:srgbClr val="97CDCC"/>
      </a:accent1>
      <a:accent2>
        <a:srgbClr val="D6E0E0"/>
      </a:accent2>
      <a:accent3>
        <a:srgbClr val="FFFFFF"/>
      </a:accent3>
      <a:accent4>
        <a:srgbClr val="000000"/>
      </a:accent4>
      <a:accent5>
        <a:srgbClr val="C9E3E2"/>
      </a:accent5>
      <a:accent6>
        <a:srgbClr val="C2CBCB"/>
      </a:accent6>
      <a:hlink>
        <a:srgbClr val="99CC00"/>
      </a:hlink>
      <a:folHlink>
        <a:srgbClr val="336666"/>
      </a:folHlink>
    </a:clrScheme>
    <a:fontScheme name="Studio">
      <a:majorFont>
        <a:latin typeface="Arial Black"/>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tudio 1">
        <a:dk1>
          <a:srgbClr val="000000"/>
        </a:dk1>
        <a:lt1>
          <a:srgbClr val="FFFFFF"/>
        </a:lt1>
        <a:dk2>
          <a:srgbClr val="336666"/>
        </a:dk2>
        <a:lt2>
          <a:srgbClr val="CCCC99"/>
        </a:lt2>
        <a:accent1>
          <a:srgbClr val="97CDCC"/>
        </a:accent1>
        <a:accent2>
          <a:srgbClr val="D6E0E0"/>
        </a:accent2>
        <a:accent3>
          <a:srgbClr val="FFFFFF"/>
        </a:accent3>
        <a:accent4>
          <a:srgbClr val="000000"/>
        </a:accent4>
        <a:accent5>
          <a:srgbClr val="C9E3E2"/>
        </a:accent5>
        <a:accent6>
          <a:srgbClr val="C2CBCB"/>
        </a:accent6>
        <a:hlink>
          <a:srgbClr val="99CC00"/>
        </a:hlink>
        <a:folHlink>
          <a:srgbClr val="336666"/>
        </a:folHlink>
      </a:clrScheme>
      <a:clrMap bg1="lt1" tx1="dk1" bg2="lt2" tx2="dk2" accent1="accent1" accent2="accent2" accent3="accent3" accent4="accent4" accent5="accent5" accent6="accent6" hlink="hlink" folHlink="folHlink"/>
    </a:extraClrScheme>
    <a:extraClrScheme>
      <a:clrScheme name="Studio 2">
        <a:dk1>
          <a:srgbClr val="000000"/>
        </a:dk1>
        <a:lt1>
          <a:srgbClr val="FFFFFF"/>
        </a:lt1>
        <a:dk2>
          <a:srgbClr val="3732A0"/>
        </a:dk2>
        <a:lt2>
          <a:srgbClr val="666699"/>
        </a:lt2>
        <a:accent1>
          <a:srgbClr val="CCCCFF"/>
        </a:accent1>
        <a:accent2>
          <a:srgbClr val="009999"/>
        </a:accent2>
        <a:accent3>
          <a:srgbClr val="FFFFFF"/>
        </a:accent3>
        <a:accent4>
          <a:srgbClr val="000000"/>
        </a:accent4>
        <a:accent5>
          <a:srgbClr val="E2E2FF"/>
        </a:accent5>
        <a:accent6>
          <a:srgbClr val="008A8A"/>
        </a:accent6>
        <a:hlink>
          <a:srgbClr val="3366CC"/>
        </a:hlink>
        <a:folHlink>
          <a:srgbClr val="9094B8"/>
        </a:folHlink>
      </a:clrScheme>
      <a:clrMap bg1="lt1" tx1="dk1" bg2="lt2" tx2="dk2" accent1="accent1" accent2="accent2" accent3="accent3" accent4="accent4" accent5="accent5" accent6="accent6" hlink="hlink" folHlink="folHlink"/>
    </a:extraClrScheme>
    <a:extraClrScheme>
      <a:clrScheme name="Studio 3">
        <a:dk1>
          <a:srgbClr val="000000"/>
        </a:dk1>
        <a:lt1>
          <a:srgbClr val="FFFFFF"/>
        </a:lt1>
        <a:dk2>
          <a:srgbClr val="CD0505"/>
        </a:dk2>
        <a:lt2>
          <a:srgbClr val="5F5F5F"/>
        </a:lt2>
        <a:accent1>
          <a:srgbClr val="D2D5DE"/>
        </a:accent1>
        <a:accent2>
          <a:srgbClr val="D55757"/>
        </a:accent2>
        <a:accent3>
          <a:srgbClr val="FFFFFF"/>
        </a:accent3>
        <a:accent4>
          <a:srgbClr val="000000"/>
        </a:accent4>
        <a:accent5>
          <a:srgbClr val="E5E7EC"/>
        </a:accent5>
        <a:accent6>
          <a:srgbClr val="C14E4E"/>
        </a:accent6>
        <a:hlink>
          <a:srgbClr val="F42D1E"/>
        </a:hlink>
        <a:folHlink>
          <a:srgbClr val="7C849E"/>
        </a:folHlink>
      </a:clrScheme>
      <a:clrMap bg1="lt1" tx1="dk1" bg2="lt2" tx2="dk2" accent1="accent1" accent2="accent2" accent3="accent3" accent4="accent4" accent5="accent5" accent6="accent6" hlink="hlink" folHlink="folHlink"/>
    </a:extraClrScheme>
    <a:extraClrScheme>
      <a:clrScheme name="Studio 4">
        <a:dk1>
          <a:srgbClr val="000000"/>
        </a:dk1>
        <a:lt1>
          <a:srgbClr val="FFFFFF"/>
        </a:lt1>
        <a:dk2>
          <a:srgbClr val="551A07"/>
        </a:dk2>
        <a:lt2>
          <a:srgbClr val="CC3300"/>
        </a:lt2>
        <a:accent1>
          <a:srgbClr val="F4B400"/>
        </a:accent1>
        <a:accent2>
          <a:srgbClr val="993300"/>
        </a:accent2>
        <a:accent3>
          <a:srgbClr val="FFFFFF"/>
        </a:accent3>
        <a:accent4>
          <a:srgbClr val="000000"/>
        </a:accent4>
        <a:accent5>
          <a:srgbClr val="F8D6AA"/>
        </a:accent5>
        <a:accent6>
          <a:srgbClr val="8A2D00"/>
        </a:accent6>
        <a:hlink>
          <a:srgbClr val="FF3300"/>
        </a:hlink>
        <a:folHlink>
          <a:srgbClr val="666699"/>
        </a:folHlink>
      </a:clrScheme>
      <a:clrMap bg1="lt1" tx1="dk1" bg2="lt2" tx2="dk2" accent1="accent1" accent2="accent2" accent3="accent3" accent4="accent4" accent5="accent5" accent6="accent6" hlink="hlink" folHlink="folHlink"/>
    </a:extraClrScheme>
    <a:extraClrScheme>
      <a:clrScheme name="Studio 5">
        <a:dk1>
          <a:srgbClr val="000000"/>
        </a:dk1>
        <a:lt1>
          <a:srgbClr val="FFFFFF"/>
        </a:lt1>
        <a:dk2>
          <a:srgbClr val="FF0000"/>
        </a:dk2>
        <a:lt2>
          <a:srgbClr val="FFCC00"/>
        </a:lt2>
        <a:accent1>
          <a:srgbClr val="66CCFF"/>
        </a:accent1>
        <a:accent2>
          <a:srgbClr val="009900"/>
        </a:accent2>
        <a:accent3>
          <a:srgbClr val="FFFFFF"/>
        </a:accent3>
        <a:accent4>
          <a:srgbClr val="000000"/>
        </a:accent4>
        <a:accent5>
          <a:srgbClr val="B8E2FF"/>
        </a:accent5>
        <a:accent6>
          <a:srgbClr val="008A00"/>
        </a:accent6>
        <a:hlink>
          <a:srgbClr val="FF3300"/>
        </a:hlink>
        <a:folHlink>
          <a:srgbClr val="6600FF"/>
        </a:folHlink>
      </a:clrScheme>
      <a:clrMap bg1="lt1" tx1="dk1" bg2="lt2" tx2="dk2" accent1="accent1" accent2="accent2" accent3="accent3" accent4="accent4" accent5="accent5" accent6="accent6" hlink="hlink" folHlink="folHlink"/>
    </a:extraClrScheme>
    <a:extraClrScheme>
      <a:clrScheme name="Studio 6">
        <a:dk1>
          <a:srgbClr val="666633"/>
        </a:dk1>
        <a:lt1>
          <a:srgbClr val="FFFFFF"/>
        </a:lt1>
        <a:dk2>
          <a:srgbClr val="000000"/>
        </a:dk2>
        <a:lt2>
          <a:srgbClr val="CC3300"/>
        </a:lt2>
        <a:accent1>
          <a:srgbClr val="808000"/>
        </a:accent1>
        <a:accent2>
          <a:srgbClr val="FF9900"/>
        </a:accent2>
        <a:accent3>
          <a:srgbClr val="AAAAAA"/>
        </a:accent3>
        <a:accent4>
          <a:srgbClr val="DADADA"/>
        </a:accent4>
        <a:accent5>
          <a:srgbClr val="C0C0AA"/>
        </a:accent5>
        <a:accent6>
          <a:srgbClr val="E78A00"/>
        </a:accent6>
        <a:hlink>
          <a:srgbClr val="CC6600"/>
        </a:hlink>
        <a:folHlink>
          <a:srgbClr val="434B1F"/>
        </a:folHlink>
      </a:clrScheme>
      <a:clrMap bg1="dk2" tx1="lt1" bg2="dk1" tx2="lt2" accent1="accent1" accent2="accent2" accent3="accent3" accent4="accent4" accent5="accent5" accent6="accent6" hlink="hlink" folHlink="folHlink"/>
    </a:extraClrScheme>
    <a:extraClrScheme>
      <a:clrScheme name="Studio 7">
        <a:dk1>
          <a:srgbClr val="766997"/>
        </a:dk1>
        <a:lt1>
          <a:srgbClr val="FFFFFF"/>
        </a:lt1>
        <a:dk2>
          <a:srgbClr val="530901"/>
        </a:dk2>
        <a:lt2>
          <a:srgbClr val="FFFFFF"/>
        </a:lt2>
        <a:accent1>
          <a:srgbClr val="FF3300"/>
        </a:accent1>
        <a:accent2>
          <a:srgbClr val="CC6600"/>
        </a:accent2>
        <a:accent3>
          <a:srgbClr val="B3AAAA"/>
        </a:accent3>
        <a:accent4>
          <a:srgbClr val="DADADA"/>
        </a:accent4>
        <a:accent5>
          <a:srgbClr val="FFADAA"/>
        </a:accent5>
        <a:accent6>
          <a:srgbClr val="B95C00"/>
        </a:accent6>
        <a:hlink>
          <a:srgbClr val="FF9900"/>
        </a:hlink>
        <a:folHlink>
          <a:srgbClr val="993300"/>
        </a:folHlink>
      </a:clrScheme>
      <a:clrMap bg1="dk2" tx1="lt1" bg2="dk1" tx2="lt2" accent1="accent1" accent2="accent2" accent3="accent3" accent4="accent4" accent5="accent5" accent6="accent6" hlink="hlink" folHlink="folHlink"/>
    </a:extraClrScheme>
    <a:extraClrScheme>
      <a:clrScheme name="Studio 8">
        <a:dk1>
          <a:srgbClr val="666699"/>
        </a:dk1>
        <a:lt1>
          <a:srgbClr val="FFFFFF"/>
        </a:lt1>
        <a:dk2>
          <a:srgbClr val="4C004C"/>
        </a:dk2>
        <a:lt2>
          <a:srgbClr val="FFFFFF"/>
        </a:lt2>
        <a:accent1>
          <a:srgbClr val="0099CC"/>
        </a:accent1>
        <a:accent2>
          <a:srgbClr val="993366"/>
        </a:accent2>
        <a:accent3>
          <a:srgbClr val="B2AAB2"/>
        </a:accent3>
        <a:accent4>
          <a:srgbClr val="DADADA"/>
        </a:accent4>
        <a:accent5>
          <a:srgbClr val="AACAE2"/>
        </a:accent5>
        <a:accent6>
          <a:srgbClr val="8A2D5C"/>
        </a:accent6>
        <a:hlink>
          <a:srgbClr val="99CC00"/>
        </a:hlink>
        <a:folHlink>
          <a:srgbClr val="006699"/>
        </a:folHlink>
      </a:clrScheme>
      <a:clrMap bg1="dk2" tx1="lt1" bg2="dk1" tx2="lt2" accent1="accent1" accent2="accent2" accent3="accent3" accent4="accent4" accent5="accent5" accent6="accent6" hlink="hlink" folHlink="folHlink"/>
    </a:extraClrScheme>
    <a:extraClrScheme>
      <a:clrScheme name="Studio 9">
        <a:dk1>
          <a:srgbClr val="565682"/>
        </a:dk1>
        <a:lt1>
          <a:srgbClr val="FFFFFF"/>
        </a:lt1>
        <a:dk2>
          <a:srgbClr val="1E1551"/>
        </a:dk2>
        <a:lt2>
          <a:srgbClr val="CCFFFF"/>
        </a:lt2>
        <a:accent1>
          <a:srgbClr val="33CCCC"/>
        </a:accent1>
        <a:accent2>
          <a:srgbClr val="009999"/>
        </a:accent2>
        <a:accent3>
          <a:srgbClr val="ABAAB3"/>
        </a:accent3>
        <a:accent4>
          <a:srgbClr val="DADADA"/>
        </a:accent4>
        <a:accent5>
          <a:srgbClr val="ADE2E2"/>
        </a:accent5>
        <a:accent6>
          <a:srgbClr val="008A8A"/>
        </a:accent6>
        <a:hlink>
          <a:srgbClr val="FF9900"/>
        </a:hlink>
        <a:folHlink>
          <a:srgbClr val="005986"/>
        </a:folHlink>
      </a:clrScheme>
      <a:clrMap bg1="dk2" tx1="lt1" bg2="dk1" tx2="lt2" accent1="accent1" accent2="accent2" accent3="accent3" accent4="accent4" accent5="accent5" accent6="accent6" hlink="hlink" folHlink="folHlink"/>
    </a:extraClrScheme>
    <a:extraClrScheme>
      <a:clrScheme name="Studio 10">
        <a:dk1>
          <a:srgbClr val="CCCC99"/>
        </a:dk1>
        <a:lt1>
          <a:srgbClr val="FFFFFF"/>
        </a:lt1>
        <a:dk2>
          <a:srgbClr val="2E5D5C"/>
        </a:dk2>
        <a:lt2>
          <a:srgbClr val="FFFFFF"/>
        </a:lt2>
        <a:accent1>
          <a:srgbClr val="0099CC"/>
        </a:accent1>
        <a:accent2>
          <a:srgbClr val="D6E0E0"/>
        </a:accent2>
        <a:accent3>
          <a:srgbClr val="ADB6B5"/>
        </a:accent3>
        <a:accent4>
          <a:srgbClr val="DADADA"/>
        </a:accent4>
        <a:accent5>
          <a:srgbClr val="AACAE2"/>
        </a:accent5>
        <a:accent6>
          <a:srgbClr val="C2CBCB"/>
        </a:accent6>
        <a:hlink>
          <a:srgbClr val="CCCC99"/>
        </a:hlink>
        <a:folHlink>
          <a:srgbClr val="428A8C"/>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9018</TotalTime>
  <Words>1631</Words>
  <Application>Microsoft Office PowerPoint</Application>
  <PresentationFormat>宽屏</PresentationFormat>
  <Paragraphs>618</Paragraphs>
  <Slides>26</Slides>
  <Notes>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26</vt:i4>
      </vt:variant>
    </vt:vector>
  </HeadingPairs>
  <TitlesOfParts>
    <vt:vector size="35" baseType="lpstr">
      <vt:lpstr>宋体</vt:lpstr>
      <vt:lpstr>Arial</vt:lpstr>
      <vt:lpstr>Arial Black</vt:lpstr>
      <vt:lpstr>Calibri</vt:lpstr>
      <vt:lpstr>Courier New</vt:lpstr>
      <vt:lpstr>Symbol</vt:lpstr>
      <vt:lpstr>Times New Roman</vt:lpstr>
      <vt:lpstr>Wingdings</vt:lpstr>
      <vt:lpstr>2_Studio</vt:lpstr>
      <vt:lpstr>Lecture 17 Multiway Trees</vt:lpstr>
      <vt:lpstr>Outline</vt:lpstr>
      <vt:lpstr>Multiway Trees: Definitions</vt:lpstr>
      <vt:lpstr>Tree Representations</vt:lpstr>
      <vt:lpstr>Tree Representations</vt:lpstr>
      <vt:lpstr>Tree Representations</vt:lpstr>
      <vt:lpstr>Tree Representations</vt:lpstr>
      <vt:lpstr>Tree Representations</vt:lpstr>
      <vt:lpstr>Tree Representations</vt:lpstr>
      <vt:lpstr>Tree Representations</vt:lpstr>
      <vt:lpstr>First-child-next-sibling Representation of Orchard</vt:lpstr>
      <vt:lpstr>First-child-next-sibling Representation of Orchard</vt:lpstr>
      <vt:lpstr>Exercise</vt:lpstr>
      <vt:lpstr>Forest Traverse</vt:lpstr>
      <vt:lpstr>Forest Traverse</vt:lpstr>
      <vt:lpstr>How to modify tree traversal into forest traversal?</vt:lpstr>
      <vt:lpstr>Disjoint-set(并查集) Forests</vt:lpstr>
      <vt:lpstr>Disjoint-set Forests</vt:lpstr>
      <vt:lpstr>Disjoint-set: Union</vt:lpstr>
      <vt:lpstr>Disjoint-set Operations: Union</vt:lpstr>
      <vt:lpstr>Disjoint-set Operations: Union</vt:lpstr>
      <vt:lpstr>Disjoint-set Operations: Quick-Find</vt:lpstr>
      <vt:lpstr>Union by Rank &amp; Path Compression</vt:lpstr>
      <vt:lpstr>Disjoint-set Implementation</vt:lpstr>
      <vt:lpstr>Time Complexity</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 Introduction</dc:title>
  <dc:creator>ZZZ</dc:creator>
  <cp:lastModifiedBy>zzz</cp:lastModifiedBy>
  <cp:revision>1010</cp:revision>
  <dcterms:created xsi:type="dcterms:W3CDTF">2014-09-15T06:27:30Z</dcterms:created>
  <dcterms:modified xsi:type="dcterms:W3CDTF">2025-11-19T01:39:43Z</dcterms:modified>
</cp:coreProperties>
</file>